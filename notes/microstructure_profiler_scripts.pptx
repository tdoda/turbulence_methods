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7" r:id="rId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585597-D77A-4CAE-AB69-390DDF559CEF}" v="132" dt="2026-01-06T16:12:15.4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6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y Doda" userId="023a5e24-f089-4e82-9406-b78528d4275d" providerId="ADAL" clId="{46B57ECA-90EE-4DEE-B7FC-CF6B2BB407ED}"/>
    <pc:docChg chg="undo custSel addSld modSld sldOrd">
      <pc:chgData name="Tomy Doda" userId="023a5e24-f089-4e82-9406-b78528d4275d" providerId="ADAL" clId="{46B57ECA-90EE-4DEE-B7FC-CF6B2BB407ED}" dt="2026-01-06T16:12:27.812" v="2812" actId="14100"/>
      <pc:docMkLst>
        <pc:docMk/>
      </pc:docMkLst>
      <pc:sldChg chg="addSp delSp modSp mod">
        <pc:chgData name="Tomy Doda" userId="023a5e24-f089-4e82-9406-b78528d4275d" providerId="ADAL" clId="{46B57ECA-90EE-4DEE-B7FC-CF6B2BB407ED}" dt="2026-01-06T16:12:27.812" v="2812" actId="14100"/>
        <pc:sldMkLst>
          <pc:docMk/>
          <pc:sldMk cId="1773552869" sldId="256"/>
        </pc:sldMkLst>
        <pc:spChg chg="add del mod">
          <ac:chgData name="Tomy Doda" userId="023a5e24-f089-4e82-9406-b78528d4275d" providerId="ADAL" clId="{46B57ECA-90EE-4DEE-B7FC-CF6B2BB407ED}" dt="2026-01-05T10:19:42.359" v="2" actId="478"/>
          <ac:spMkLst>
            <pc:docMk/>
            <pc:sldMk cId="1773552869" sldId="256"/>
            <ac:spMk id="4" creationId="{EB4E9A4E-22BF-B235-4426-1E7458398F0C}"/>
          </ac:spMkLst>
        </pc:spChg>
        <pc:spChg chg="add mod">
          <ac:chgData name="Tomy Doda" userId="023a5e24-f089-4e82-9406-b78528d4275d" providerId="ADAL" clId="{46B57ECA-90EE-4DEE-B7FC-CF6B2BB407ED}" dt="2026-01-06T16:12:04.335" v="2795" actId="20577"/>
          <ac:spMkLst>
            <pc:docMk/>
            <pc:sldMk cId="1773552869" sldId="256"/>
            <ac:spMk id="5" creationId="{09135DF8-28AB-F1FE-62BF-37D6FD2F2DD8}"/>
          </ac:spMkLst>
        </pc:spChg>
        <pc:spChg chg="add mod">
          <ac:chgData name="Tomy Doda" userId="023a5e24-f089-4e82-9406-b78528d4275d" providerId="ADAL" clId="{46B57ECA-90EE-4DEE-B7FC-CF6B2BB407ED}" dt="2026-01-05T10:33:59.165" v="446" actId="1076"/>
          <ac:spMkLst>
            <pc:docMk/>
            <pc:sldMk cId="1773552869" sldId="256"/>
            <ac:spMk id="6" creationId="{EA9FAAB5-AD03-FE0C-71C7-AE49F9F3A114}"/>
          </ac:spMkLst>
        </pc:spChg>
        <pc:spChg chg="mod">
          <ac:chgData name="Tomy Doda" userId="023a5e24-f089-4e82-9406-b78528d4275d" providerId="ADAL" clId="{46B57ECA-90EE-4DEE-B7FC-CF6B2BB407ED}" dt="2026-01-05T10:36:38.936" v="673" actId="1076"/>
          <ac:spMkLst>
            <pc:docMk/>
            <pc:sldMk cId="1773552869" sldId="256"/>
            <ac:spMk id="9" creationId="{1CD1F9E8-AEB6-8587-DDB7-7FE354DDC648}"/>
          </ac:spMkLst>
        </pc:spChg>
        <pc:spChg chg="mod">
          <ac:chgData name="Tomy Doda" userId="023a5e24-f089-4e82-9406-b78528d4275d" providerId="ADAL" clId="{46B57ECA-90EE-4DEE-B7FC-CF6B2BB407ED}" dt="2026-01-05T10:36:34.602" v="671" actId="1076"/>
          <ac:spMkLst>
            <pc:docMk/>
            <pc:sldMk cId="1773552869" sldId="256"/>
            <ac:spMk id="10" creationId="{3AD557AA-AAD2-A8B5-3744-763F7C21AB06}"/>
          </ac:spMkLst>
        </pc:spChg>
        <pc:spChg chg="add mod">
          <ac:chgData name="Tomy Doda" userId="023a5e24-f089-4e82-9406-b78528d4275d" providerId="ADAL" clId="{46B57ECA-90EE-4DEE-B7FC-CF6B2BB407ED}" dt="2026-01-05T10:42:49.851" v="840" actId="1076"/>
          <ac:spMkLst>
            <pc:docMk/>
            <pc:sldMk cId="1773552869" sldId="256"/>
            <ac:spMk id="11" creationId="{6A4B0A1D-5FBF-5479-7E3B-20BA4A2D1BA3}"/>
          </ac:spMkLst>
        </pc:spChg>
        <pc:spChg chg="add mod">
          <ac:chgData name="Tomy Doda" userId="023a5e24-f089-4e82-9406-b78528d4275d" providerId="ADAL" clId="{46B57ECA-90EE-4DEE-B7FC-CF6B2BB407ED}" dt="2026-01-05T12:56:39.281" v="2410" actId="1076"/>
          <ac:spMkLst>
            <pc:docMk/>
            <pc:sldMk cId="1773552869" sldId="256"/>
            <ac:spMk id="12" creationId="{0C751C19-24E3-47EE-2121-CAB66AE05D36}"/>
          </ac:spMkLst>
        </pc:spChg>
        <pc:spChg chg="add mod">
          <ac:chgData name="Tomy Doda" userId="023a5e24-f089-4e82-9406-b78528d4275d" providerId="ADAL" clId="{46B57ECA-90EE-4DEE-B7FC-CF6B2BB407ED}" dt="2026-01-05T10:43:03.649" v="843" actId="14100"/>
          <ac:spMkLst>
            <pc:docMk/>
            <pc:sldMk cId="1773552869" sldId="256"/>
            <ac:spMk id="13" creationId="{475933ED-D6E4-A741-4422-CA3FA850547C}"/>
          </ac:spMkLst>
        </pc:spChg>
        <pc:spChg chg="add mod">
          <ac:chgData name="Tomy Doda" userId="023a5e24-f089-4e82-9406-b78528d4275d" providerId="ADAL" clId="{46B57ECA-90EE-4DEE-B7FC-CF6B2BB407ED}" dt="2026-01-05T13:02:01.748" v="2579" actId="14100"/>
          <ac:spMkLst>
            <pc:docMk/>
            <pc:sldMk cId="1773552869" sldId="256"/>
            <ac:spMk id="14" creationId="{96FA0C86-E150-2492-991C-66D2F695857C}"/>
          </ac:spMkLst>
        </pc:spChg>
        <pc:spChg chg="add del mod">
          <ac:chgData name="Tomy Doda" userId="023a5e24-f089-4e82-9406-b78528d4275d" providerId="ADAL" clId="{46B57ECA-90EE-4DEE-B7FC-CF6B2BB407ED}" dt="2026-01-05T10:49:50.720" v="992" actId="478"/>
          <ac:spMkLst>
            <pc:docMk/>
            <pc:sldMk cId="1773552869" sldId="256"/>
            <ac:spMk id="17" creationId="{EAD54DBA-8164-6DEC-C6F4-61DA4B07E78A}"/>
          </ac:spMkLst>
        </pc:spChg>
        <pc:spChg chg="mod">
          <ac:chgData name="Tomy Doda" userId="023a5e24-f089-4e82-9406-b78528d4275d" providerId="ADAL" clId="{46B57ECA-90EE-4DEE-B7FC-CF6B2BB407ED}" dt="2026-01-05T12:51:42.321" v="2212" actId="14100"/>
          <ac:spMkLst>
            <pc:docMk/>
            <pc:sldMk cId="1773552869" sldId="256"/>
            <ac:spMk id="19" creationId="{B5EB778A-072C-593B-25C4-E52444635971}"/>
          </ac:spMkLst>
        </pc:spChg>
        <pc:spChg chg="mod">
          <ac:chgData name="Tomy Doda" userId="023a5e24-f089-4e82-9406-b78528d4275d" providerId="ADAL" clId="{46B57ECA-90EE-4DEE-B7FC-CF6B2BB407ED}" dt="2026-01-05T12:36:02.490" v="1846"/>
          <ac:spMkLst>
            <pc:docMk/>
            <pc:sldMk cId="1773552869" sldId="256"/>
            <ac:spMk id="20" creationId="{03A835D6-145E-F8FF-84FA-90A9B7B2B91D}"/>
          </ac:spMkLst>
        </pc:spChg>
        <pc:spChg chg="add mod">
          <ac:chgData name="Tomy Doda" userId="023a5e24-f089-4e82-9406-b78528d4275d" providerId="ADAL" clId="{46B57ECA-90EE-4DEE-B7FC-CF6B2BB407ED}" dt="2026-01-05T10:40:11.724" v="745" actId="1076"/>
          <ac:spMkLst>
            <pc:docMk/>
            <pc:sldMk cId="1773552869" sldId="256"/>
            <ac:spMk id="21" creationId="{EB019E69-EA3F-F309-49AA-514E1E0F31D1}"/>
          </ac:spMkLst>
        </pc:spChg>
        <pc:spChg chg="add mod">
          <ac:chgData name="Tomy Doda" userId="023a5e24-f089-4e82-9406-b78528d4275d" providerId="ADAL" clId="{46B57ECA-90EE-4DEE-B7FC-CF6B2BB407ED}" dt="2026-01-05T10:40:11.724" v="745" actId="1076"/>
          <ac:spMkLst>
            <pc:docMk/>
            <pc:sldMk cId="1773552869" sldId="256"/>
            <ac:spMk id="22" creationId="{1E50EA1C-1C30-F12B-C703-9BAD7F0699B9}"/>
          </ac:spMkLst>
        </pc:spChg>
        <pc:spChg chg="add mod">
          <ac:chgData name="Tomy Doda" userId="023a5e24-f089-4e82-9406-b78528d4275d" providerId="ADAL" clId="{46B57ECA-90EE-4DEE-B7FC-CF6B2BB407ED}" dt="2026-01-05T10:40:11.724" v="745" actId="1076"/>
          <ac:spMkLst>
            <pc:docMk/>
            <pc:sldMk cId="1773552869" sldId="256"/>
            <ac:spMk id="23" creationId="{B8EB0202-1F82-868B-EE36-121F53A72C36}"/>
          </ac:spMkLst>
        </pc:spChg>
        <pc:spChg chg="add mod">
          <ac:chgData name="Tomy Doda" userId="023a5e24-f089-4e82-9406-b78528d4275d" providerId="ADAL" clId="{46B57ECA-90EE-4DEE-B7FC-CF6B2BB407ED}" dt="2026-01-05T10:40:20.702" v="757" actId="20577"/>
          <ac:spMkLst>
            <pc:docMk/>
            <pc:sldMk cId="1773552869" sldId="256"/>
            <ac:spMk id="24" creationId="{939AFEB3-F0D3-E66F-F1B1-09F11381F776}"/>
          </ac:spMkLst>
        </pc:spChg>
        <pc:spChg chg="add mod">
          <ac:chgData name="Tomy Doda" userId="023a5e24-f089-4e82-9406-b78528d4275d" providerId="ADAL" clId="{46B57ECA-90EE-4DEE-B7FC-CF6B2BB407ED}" dt="2026-01-05T10:40:35.052" v="761" actId="207"/>
          <ac:spMkLst>
            <pc:docMk/>
            <pc:sldMk cId="1773552869" sldId="256"/>
            <ac:spMk id="25" creationId="{E7F8C7D7-1398-C382-84D1-3B52D7B3A63F}"/>
          </ac:spMkLst>
        </pc:spChg>
        <pc:spChg chg="add mod">
          <ac:chgData name="Tomy Doda" userId="023a5e24-f089-4e82-9406-b78528d4275d" providerId="ADAL" clId="{46B57ECA-90EE-4DEE-B7FC-CF6B2BB407ED}" dt="2026-01-05T10:41:46.742" v="819" actId="20577"/>
          <ac:spMkLst>
            <pc:docMk/>
            <pc:sldMk cId="1773552869" sldId="256"/>
            <ac:spMk id="26" creationId="{C5F7EA0B-BAEC-FB0A-D13D-E1D7CA9E939A}"/>
          </ac:spMkLst>
        </pc:spChg>
        <pc:spChg chg="add mod">
          <ac:chgData name="Tomy Doda" userId="023a5e24-f089-4e82-9406-b78528d4275d" providerId="ADAL" clId="{46B57ECA-90EE-4DEE-B7FC-CF6B2BB407ED}" dt="2026-01-05T10:41:54.646" v="822" actId="207"/>
          <ac:spMkLst>
            <pc:docMk/>
            <pc:sldMk cId="1773552869" sldId="256"/>
            <ac:spMk id="27" creationId="{CC60DF08-4A36-6544-5884-9DA6815386DA}"/>
          </ac:spMkLst>
        </pc:spChg>
        <pc:spChg chg="add mod">
          <ac:chgData name="Tomy Doda" userId="023a5e24-f089-4e82-9406-b78528d4275d" providerId="ADAL" clId="{46B57ECA-90EE-4DEE-B7FC-CF6B2BB407ED}" dt="2026-01-05T10:42:03.757" v="836" actId="20577"/>
          <ac:spMkLst>
            <pc:docMk/>
            <pc:sldMk cId="1773552869" sldId="256"/>
            <ac:spMk id="28" creationId="{B36C20EE-D701-297A-4F09-A87C21F423C5}"/>
          </ac:spMkLst>
        </pc:spChg>
        <pc:spChg chg="mod">
          <ac:chgData name="Tomy Doda" userId="023a5e24-f089-4e82-9406-b78528d4275d" providerId="ADAL" clId="{46B57ECA-90EE-4DEE-B7FC-CF6B2BB407ED}" dt="2026-01-05T12:02:55.094" v="1184" actId="207"/>
          <ac:spMkLst>
            <pc:docMk/>
            <pc:sldMk cId="1773552869" sldId="256"/>
            <ac:spMk id="38" creationId="{2F513DE3-4219-A0C6-AEEE-0ADA82C5CF69}"/>
          </ac:spMkLst>
        </pc:spChg>
        <pc:spChg chg="mod">
          <ac:chgData name="Tomy Doda" userId="023a5e24-f089-4e82-9406-b78528d4275d" providerId="ADAL" clId="{46B57ECA-90EE-4DEE-B7FC-CF6B2BB407ED}" dt="2026-01-05T10:47:44.366" v="938" actId="20577"/>
          <ac:spMkLst>
            <pc:docMk/>
            <pc:sldMk cId="1773552869" sldId="256"/>
            <ac:spMk id="39" creationId="{AE106980-38D6-5805-230B-D69E05F991C9}"/>
          </ac:spMkLst>
        </pc:spChg>
        <pc:spChg chg="mod">
          <ac:chgData name="Tomy Doda" userId="023a5e24-f089-4e82-9406-b78528d4275d" providerId="ADAL" clId="{46B57ECA-90EE-4DEE-B7FC-CF6B2BB407ED}" dt="2026-01-05T12:38:00.864" v="2028" actId="20577"/>
          <ac:spMkLst>
            <pc:docMk/>
            <pc:sldMk cId="1773552869" sldId="256"/>
            <ac:spMk id="46" creationId="{18D2AC63-ED32-3697-A8A4-20CC15B0CB8A}"/>
          </ac:spMkLst>
        </pc:spChg>
        <pc:spChg chg="mod">
          <ac:chgData name="Tomy Doda" userId="023a5e24-f089-4e82-9406-b78528d4275d" providerId="ADAL" clId="{46B57ECA-90EE-4DEE-B7FC-CF6B2BB407ED}" dt="2026-01-05T12:38:23.787" v="2036" actId="1076"/>
          <ac:spMkLst>
            <pc:docMk/>
            <pc:sldMk cId="1773552869" sldId="256"/>
            <ac:spMk id="47" creationId="{9084FF60-EA5D-01BC-CD7B-47A4B14C70FE}"/>
          </ac:spMkLst>
        </pc:spChg>
        <pc:spChg chg="mod">
          <ac:chgData name="Tomy Doda" userId="023a5e24-f089-4e82-9406-b78528d4275d" providerId="ADAL" clId="{46B57ECA-90EE-4DEE-B7FC-CF6B2BB407ED}" dt="2026-01-05T12:37:42.081" v="2017" actId="20577"/>
          <ac:spMkLst>
            <pc:docMk/>
            <pc:sldMk cId="1773552869" sldId="256"/>
            <ac:spMk id="52" creationId="{98903249-F85D-6F6D-5E78-9E4EEC62E36A}"/>
          </ac:spMkLst>
        </pc:spChg>
        <pc:spChg chg="mod">
          <ac:chgData name="Tomy Doda" userId="023a5e24-f089-4e82-9406-b78528d4275d" providerId="ADAL" clId="{46B57ECA-90EE-4DEE-B7FC-CF6B2BB407ED}" dt="2026-01-05T11:56:12.024" v="1037" actId="207"/>
          <ac:spMkLst>
            <pc:docMk/>
            <pc:sldMk cId="1773552869" sldId="256"/>
            <ac:spMk id="53" creationId="{F198B68F-7AEA-4F05-6216-4A2EACF43214}"/>
          </ac:spMkLst>
        </pc:spChg>
        <pc:spChg chg="mod">
          <ac:chgData name="Tomy Doda" userId="023a5e24-f089-4e82-9406-b78528d4275d" providerId="ADAL" clId="{46B57ECA-90EE-4DEE-B7FC-CF6B2BB407ED}" dt="2026-01-05T12:37:37.249" v="2007" actId="20577"/>
          <ac:spMkLst>
            <pc:docMk/>
            <pc:sldMk cId="1773552869" sldId="256"/>
            <ac:spMk id="58" creationId="{B33DD654-921B-A014-3ADE-8321A6BADCB2}"/>
          </ac:spMkLst>
        </pc:spChg>
        <pc:spChg chg="mod">
          <ac:chgData name="Tomy Doda" userId="023a5e24-f089-4e82-9406-b78528d4275d" providerId="ADAL" clId="{46B57ECA-90EE-4DEE-B7FC-CF6B2BB407ED}" dt="2026-01-05T12:03:11.086" v="1196" actId="20577"/>
          <ac:spMkLst>
            <pc:docMk/>
            <pc:sldMk cId="1773552869" sldId="256"/>
            <ac:spMk id="59" creationId="{6276C66D-8172-167E-4911-DA6469BC9BD6}"/>
          </ac:spMkLst>
        </pc:spChg>
        <pc:spChg chg="add del mod">
          <ac:chgData name="Tomy Doda" userId="023a5e24-f089-4e82-9406-b78528d4275d" providerId="ADAL" clId="{46B57ECA-90EE-4DEE-B7FC-CF6B2BB407ED}" dt="2026-01-05T12:29:02.586" v="1689" actId="478"/>
          <ac:spMkLst>
            <pc:docMk/>
            <pc:sldMk cId="1773552869" sldId="256"/>
            <ac:spMk id="68" creationId="{915300A1-0018-8326-A508-D8EF3132E578}"/>
          </ac:spMkLst>
        </pc:spChg>
        <pc:spChg chg="mod">
          <ac:chgData name="Tomy Doda" userId="023a5e24-f089-4e82-9406-b78528d4275d" providerId="ADAL" clId="{46B57ECA-90EE-4DEE-B7FC-CF6B2BB407ED}" dt="2026-01-05T12:30:07.917" v="1700" actId="14100"/>
          <ac:spMkLst>
            <pc:docMk/>
            <pc:sldMk cId="1773552869" sldId="256"/>
            <ac:spMk id="72" creationId="{81047437-2B49-014D-5260-A347549304EA}"/>
          </ac:spMkLst>
        </pc:spChg>
        <pc:spChg chg="mod">
          <ac:chgData name="Tomy Doda" userId="023a5e24-f089-4e82-9406-b78528d4275d" providerId="ADAL" clId="{46B57ECA-90EE-4DEE-B7FC-CF6B2BB407ED}" dt="2026-01-05T12:30:13.362" v="1703" actId="1076"/>
          <ac:spMkLst>
            <pc:docMk/>
            <pc:sldMk cId="1773552869" sldId="256"/>
            <ac:spMk id="73" creationId="{DB7AC57C-7732-E38D-CB9B-186F37273DBE}"/>
          </ac:spMkLst>
        </pc:spChg>
        <pc:spChg chg="add mod">
          <ac:chgData name="Tomy Doda" userId="023a5e24-f089-4e82-9406-b78528d4275d" providerId="ADAL" clId="{46B57ECA-90EE-4DEE-B7FC-CF6B2BB407ED}" dt="2026-01-05T12:56:56.018" v="2415" actId="206"/>
          <ac:spMkLst>
            <pc:docMk/>
            <pc:sldMk cId="1773552869" sldId="256"/>
            <ac:spMk id="88" creationId="{DF4218E5-0EE8-7BD3-7176-A9238ACEE3B3}"/>
          </ac:spMkLst>
        </pc:spChg>
        <pc:spChg chg="add mod">
          <ac:chgData name="Tomy Doda" userId="023a5e24-f089-4e82-9406-b78528d4275d" providerId="ADAL" clId="{46B57ECA-90EE-4DEE-B7FC-CF6B2BB407ED}" dt="2026-01-05T12:57:15.384" v="2419" actId="206"/>
          <ac:spMkLst>
            <pc:docMk/>
            <pc:sldMk cId="1773552869" sldId="256"/>
            <ac:spMk id="91" creationId="{23879FA7-143F-4829-7755-0BDB4E2F81A4}"/>
          </ac:spMkLst>
        </pc:spChg>
        <pc:spChg chg="mod">
          <ac:chgData name="Tomy Doda" userId="023a5e24-f089-4e82-9406-b78528d4275d" providerId="ADAL" clId="{46B57ECA-90EE-4DEE-B7FC-CF6B2BB407ED}" dt="2026-01-05T12:39:50.484" v="2146" actId="14100"/>
          <ac:spMkLst>
            <pc:docMk/>
            <pc:sldMk cId="1773552869" sldId="256"/>
            <ac:spMk id="93" creationId="{435E8486-E2C2-E998-3BB5-74E84B4A5C2D}"/>
          </ac:spMkLst>
        </pc:spChg>
        <pc:spChg chg="mod">
          <ac:chgData name="Tomy Doda" userId="023a5e24-f089-4e82-9406-b78528d4275d" providerId="ADAL" clId="{46B57ECA-90EE-4DEE-B7FC-CF6B2BB407ED}" dt="2026-01-05T12:30:46.449" v="1732" actId="20577"/>
          <ac:spMkLst>
            <pc:docMk/>
            <pc:sldMk cId="1773552869" sldId="256"/>
            <ac:spMk id="94" creationId="{C0DEBB04-A887-0BB7-681B-03E6A799A185}"/>
          </ac:spMkLst>
        </pc:spChg>
        <pc:spChg chg="mod">
          <ac:chgData name="Tomy Doda" userId="023a5e24-f089-4e82-9406-b78528d4275d" providerId="ADAL" clId="{46B57ECA-90EE-4DEE-B7FC-CF6B2BB407ED}" dt="2026-01-05T12:37:21.249" v="1997" actId="20577"/>
          <ac:spMkLst>
            <pc:docMk/>
            <pc:sldMk cId="1773552869" sldId="256"/>
            <ac:spMk id="96" creationId="{7FE127A3-9840-EF15-597F-D8AE06347BDF}"/>
          </ac:spMkLst>
        </pc:spChg>
        <pc:spChg chg="mod">
          <ac:chgData name="Tomy Doda" userId="023a5e24-f089-4e82-9406-b78528d4275d" providerId="ADAL" clId="{46B57ECA-90EE-4DEE-B7FC-CF6B2BB407ED}" dt="2026-01-05T12:32:11.459" v="1737"/>
          <ac:spMkLst>
            <pc:docMk/>
            <pc:sldMk cId="1773552869" sldId="256"/>
            <ac:spMk id="97" creationId="{A5CF88AA-D7CB-9F68-0EF9-26B8E8734440}"/>
          </ac:spMkLst>
        </pc:spChg>
        <pc:spChg chg="add del mod">
          <ac:chgData name="Tomy Doda" userId="023a5e24-f089-4e82-9406-b78528d4275d" providerId="ADAL" clId="{46B57ECA-90EE-4DEE-B7FC-CF6B2BB407ED}" dt="2026-01-05T12:41:46.219" v="2170" actId="478"/>
          <ac:spMkLst>
            <pc:docMk/>
            <pc:sldMk cId="1773552869" sldId="256"/>
            <ac:spMk id="101" creationId="{3618C568-C5BF-C937-C74C-3787AFAF99AD}"/>
          </ac:spMkLst>
        </pc:spChg>
        <pc:spChg chg="add del mod">
          <ac:chgData name="Tomy Doda" userId="023a5e24-f089-4e82-9406-b78528d4275d" providerId="ADAL" clId="{46B57ECA-90EE-4DEE-B7FC-CF6B2BB407ED}" dt="2026-01-05T12:43:00.350" v="2191" actId="478"/>
          <ac:spMkLst>
            <pc:docMk/>
            <pc:sldMk cId="1773552869" sldId="256"/>
            <ac:spMk id="106" creationId="{4DE3E4C7-879B-B6FB-3CB8-ECCC4D61EA6E}"/>
          </ac:spMkLst>
        </pc:spChg>
        <pc:spChg chg="add del mod">
          <ac:chgData name="Tomy Doda" userId="023a5e24-f089-4e82-9406-b78528d4275d" providerId="ADAL" clId="{46B57ECA-90EE-4DEE-B7FC-CF6B2BB407ED}" dt="2026-01-05T12:42:58.281" v="2190" actId="478"/>
          <ac:spMkLst>
            <pc:docMk/>
            <pc:sldMk cId="1773552869" sldId="256"/>
            <ac:spMk id="107" creationId="{1653C76C-155D-9920-B206-3CE872C7F7D8}"/>
          </ac:spMkLst>
        </pc:spChg>
        <pc:spChg chg="add mod">
          <ac:chgData name="Tomy Doda" userId="023a5e24-f089-4e82-9406-b78528d4275d" providerId="ADAL" clId="{46B57ECA-90EE-4DEE-B7FC-CF6B2BB407ED}" dt="2026-01-05T12:43:38.106" v="2197"/>
          <ac:spMkLst>
            <pc:docMk/>
            <pc:sldMk cId="1773552869" sldId="256"/>
            <ac:spMk id="110" creationId="{BEDF406C-639E-116B-195B-0268C527EE5E}"/>
          </ac:spMkLst>
        </pc:spChg>
        <pc:spChg chg="add del mod">
          <ac:chgData name="Tomy Doda" userId="023a5e24-f089-4e82-9406-b78528d4275d" providerId="ADAL" clId="{46B57ECA-90EE-4DEE-B7FC-CF6B2BB407ED}" dt="2026-01-05T12:43:44.032" v="2199" actId="478"/>
          <ac:spMkLst>
            <pc:docMk/>
            <pc:sldMk cId="1773552869" sldId="256"/>
            <ac:spMk id="111" creationId="{0AA847E7-8D9D-1BF0-AFF2-5CCD5F6688BD}"/>
          </ac:spMkLst>
        </pc:spChg>
        <pc:spChg chg="add mod">
          <ac:chgData name="Tomy Doda" userId="023a5e24-f089-4e82-9406-b78528d4275d" providerId="ADAL" clId="{46B57ECA-90EE-4DEE-B7FC-CF6B2BB407ED}" dt="2026-01-05T12:57:55.830" v="2429" actId="206"/>
          <ac:spMkLst>
            <pc:docMk/>
            <pc:sldMk cId="1773552869" sldId="256"/>
            <ac:spMk id="112" creationId="{05626CE8-9325-5855-BF4B-03E709E93AE0}"/>
          </ac:spMkLst>
        </pc:spChg>
        <pc:spChg chg="add mod">
          <ac:chgData name="Tomy Doda" userId="023a5e24-f089-4e82-9406-b78528d4275d" providerId="ADAL" clId="{46B57ECA-90EE-4DEE-B7FC-CF6B2BB407ED}" dt="2026-01-05T12:57:43.360" v="2426" actId="206"/>
          <ac:spMkLst>
            <pc:docMk/>
            <pc:sldMk cId="1773552869" sldId="256"/>
            <ac:spMk id="113" creationId="{D5E597FC-A636-FD73-91DA-ED150A50345E}"/>
          </ac:spMkLst>
        </pc:spChg>
        <pc:spChg chg="mod">
          <ac:chgData name="Tomy Doda" userId="023a5e24-f089-4e82-9406-b78528d4275d" providerId="ADAL" clId="{46B57ECA-90EE-4DEE-B7FC-CF6B2BB407ED}" dt="2026-01-05T12:53:49.503" v="2297" actId="14100"/>
          <ac:spMkLst>
            <pc:docMk/>
            <pc:sldMk cId="1773552869" sldId="256"/>
            <ac:spMk id="115" creationId="{C400027A-1A68-3803-D627-AF613286584D}"/>
          </ac:spMkLst>
        </pc:spChg>
        <pc:spChg chg="mod">
          <ac:chgData name="Tomy Doda" userId="023a5e24-f089-4e82-9406-b78528d4275d" providerId="ADAL" clId="{46B57ECA-90EE-4DEE-B7FC-CF6B2BB407ED}" dt="2026-01-05T12:53:51.576" v="2298" actId="1076"/>
          <ac:spMkLst>
            <pc:docMk/>
            <pc:sldMk cId="1773552869" sldId="256"/>
            <ac:spMk id="116" creationId="{09B1433C-1A1E-BFFE-4EAA-880B30D2FBBE}"/>
          </ac:spMkLst>
        </pc:spChg>
        <pc:spChg chg="mod">
          <ac:chgData name="Tomy Doda" userId="023a5e24-f089-4e82-9406-b78528d4275d" providerId="ADAL" clId="{46B57ECA-90EE-4DEE-B7FC-CF6B2BB407ED}" dt="2026-01-06T16:11:54.327" v="2771" actId="20577"/>
          <ac:spMkLst>
            <pc:docMk/>
            <pc:sldMk cId="1773552869" sldId="256"/>
            <ac:spMk id="124" creationId="{795D4652-17CF-E56D-99DD-783B0083967E}"/>
          </ac:spMkLst>
        </pc:spChg>
        <pc:spChg chg="mod">
          <ac:chgData name="Tomy Doda" userId="023a5e24-f089-4e82-9406-b78528d4275d" providerId="ADAL" clId="{46B57ECA-90EE-4DEE-B7FC-CF6B2BB407ED}" dt="2026-01-05T12:55:57.905" v="2341"/>
          <ac:spMkLst>
            <pc:docMk/>
            <pc:sldMk cId="1773552869" sldId="256"/>
            <ac:spMk id="125" creationId="{68ED12C7-895C-4184-DD2E-0B8DCC9969F9}"/>
          </ac:spMkLst>
        </pc:spChg>
        <pc:spChg chg="add del">
          <ac:chgData name="Tomy Doda" userId="023a5e24-f089-4e82-9406-b78528d4275d" providerId="ADAL" clId="{46B57ECA-90EE-4DEE-B7FC-CF6B2BB407ED}" dt="2026-01-05T12:55:45.686" v="2337" actId="478"/>
          <ac:spMkLst>
            <pc:docMk/>
            <pc:sldMk cId="1773552869" sldId="256"/>
            <ac:spMk id="127" creationId="{5621290E-2BBB-484B-DB3A-442E15F957B5}"/>
          </ac:spMkLst>
        </pc:spChg>
        <pc:spChg chg="add del">
          <ac:chgData name="Tomy Doda" userId="023a5e24-f089-4e82-9406-b78528d4275d" providerId="ADAL" clId="{46B57ECA-90EE-4DEE-B7FC-CF6B2BB407ED}" dt="2026-01-05T12:55:55.811" v="2340" actId="478"/>
          <ac:spMkLst>
            <pc:docMk/>
            <pc:sldMk cId="1773552869" sldId="256"/>
            <ac:spMk id="129" creationId="{59685C40-14BB-911C-C314-FB1E146DFA8D}"/>
          </ac:spMkLst>
        </pc:spChg>
        <pc:spChg chg="mod">
          <ac:chgData name="Tomy Doda" userId="023a5e24-f089-4e82-9406-b78528d4275d" providerId="ADAL" clId="{46B57ECA-90EE-4DEE-B7FC-CF6B2BB407ED}" dt="2026-01-06T16:12:27.812" v="2812" actId="14100"/>
          <ac:spMkLst>
            <pc:docMk/>
            <pc:sldMk cId="1773552869" sldId="256"/>
            <ac:spMk id="139" creationId="{AB700931-554A-F9AA-EF21-50109E38B6CA}"/>
          </ac:spMkLst>
        </pc:spChg>
        <pc:spChg chg="mod">
          <ac:chgData name="Tomy Doda" userId="023a5e24-f089-4e82-9406-b78528d4275d" providerId="ADAL" clId="{46B57ECA-90EE-4DEE-B7FC-CF6B2BB407ED}" dt="2026-01-05T12:59:54.632" v="2519" actId="1076"/>
          <ac:spMkLst>
            <pc:docMk/>
            <pc:sldMk cId="1773552869" sldId="256"/>
            <ac:spMk id="140" creationId="{21498CE7-4459-8564-E3F9-AE4A7A233DEA}"/>
          </ac:spMkLst>
        </pc:spChg>
        <pc:spChg chg="add mod">
          <ac:chgData name="Tomy Doda" userId="023a5e24-f089-4e82-9406-b78528d4275d" providerId="ADAL" clId="{46B57ECA-90EE-4DEE-B7FC-CF6B2BB407ED}" dt="2026-01-06T16:12:15.473" v="2800" actId="206"/>
          <ac:spMkLst>
            <pc:docMk/>
            <pc:sldMk cId="1773552869" sldId="256"/>
            <ac:spMk id="141" creationId="{D2F21A8B-9915-D34A-5429-DD5E4660DEDE}"/>
          </ac:spMkLst>
        </pc:spChg>
        <pc:spChg chg="mod">
          <ac:chgData name="Tomy Doda" userId="023a5e24-f089-4e82-9406-b78528d4275d" providerId="ADAL" clId="{46B57ECA-90EE-4DEE-B7FC-CF6B2BB407ED}" dt="2026-01-05T13:03:43.658" v="2664" actId="20577"/>
          <ac:spMkLst>
            <pc:docMk/>
            <pc:sldMk cId="1773552869" sldId="256"/>
            <ac:spMk id="145" creationId="{48BE0FEB-ED73-E8A1-F161-B0C643DD7180}"/>
          </ac:spMkLst>
        </pc:spChg>
        <pc:spChg chg="mod">
          <ac:chgData name="Tomy Doda" userId="023a5e24-f089-4e82-9406-b78528d4275d" providerId="ADAL" clId="{46B57ECA-90EE-4DEE-B7FC-CF6B2BB407ED}" dt="2026-01-05T13:02:41.334" v="2582"/>
          <ac:spMkLst>
            <pc:docMk/>
            <pc:sldMk cId="1773552869" sldId="256"/>
            <ac:spMk id="146" creationId="{0D57E5BF-1528-305F-E5CA-5DAC20085351}"/>
          </ac:spMkLst>
        </pc:spChg>
        <pc:grpChg chg="add mod">
          <ac:chgData name="Tomy Doda" userId="023a5e24-f089-4e82-9406-b78528d4275d" providerId="ADAL" clId="{46B57ECA-90EE-4DEE-B7FC-CF6B2BB407ED}" dt="2026-01-05T12:56:45.519" v="2413" actId="1076"/>
          <ac:grpSpMkLst>
            <pc:docMk/>
            <pc:sldMk cId="1773552869" sldId="256"/>
            <ac:grpSpMk id="7" creationId="{D1FB54CB-AD83-49C5-D817-A91D5E2D1BF7}"/>
          </ac:grpSpMkLst>
        </pc:grpChg>
        <pc:grpChg chg="add mod">
          <ac:chgData name="Tomy Doda" userId="023a5e24-f089-4e82-9406-b78528d4275d" providerId="ADAL" clId="{46B57ECA-90EE-4DEE-B7FC-CF6B2BB407ED}" dt="2026-01-05T10:36:50.043" v="674" actId="1076"/>
          <ac:grpSpMkLst>
            <pc:docMk/>
            <pc:sldMk cId="1773552869" sldId="256"/>
            <ac:grpSpMk id="8" creationId="{7B0A192C-FE6F-C279-CB81-01CC2D50F70D}"/>
          </ac:grpSpMkLst>
        </pc:grpChg>
        <pc:grpChg chg="add mod">
          <ac:chgData name="Tomy Doda" userId="023a5e24-f089-4e82-9406-b78528d4275d" providerId="ADAL" clId="{46B57ECA-90EE-4DEE-B7FC-CF6B2BB407ED}" dt="2026-01-05T12:36:02.490" v="1846"/>
          <ac:grpSpMkLst>
            <pc:docMk/>
            <pc:sldMk cId="1773552869" sldId="256"/>
            <ac:grpSpMk id="18" creationId="{DC87CD93-0983-4950-3582-0760AA31FF39}"/>
          </ac:grpSpMkLst>
        </pc:grpChg>
        <pc:grpChg chg="add mod">
          <ac:chgData name="Tomy Doda" userId="023a5e24-f089-4e82-9406-b78528d4275d" providerId="ADAL" clId="{46B57ECA-90EE-4DEE-B7FC-CF6B2BB407ED}" dt="2026-01-05T12:27:19.260" v="1661" actId="1076"/>
          <ac:grpSpMkLst>
            <pc:docMk/>
            <pc:sldMk cId="1773552869" sldId="256"/>
            <ac:grpSpMk id="37" creationId="{B10BD2C2-1F20-819D-D023-E51105AB53D8}"/>
          </ac:grpSpMkLst>
        </pc:grpChg>
        <pc:grpChg chg="add mod">
          <ac:chgData name="Tomy Doda" userId="023a5e24-f089-4e82-9406-b78528d4275d" providerId="ADAL" clId="{46B57ECA-90EE-4DEE-B7FC-CF6B2BB407ED}" dt="2026-01-05T12:29:10.276" v="1690" actId="1076"/>
          <ac:grpSpMkLst>
            <pc:docMk/>
            <pc:sldMk cId="1773552869" sldId="256"/>
            <ac:grpSpMk id="45" creationId="{2460F7CD-2D03-6131-478F-CF746D59235B}"/>
          </ac:grpSpMkLst>
        </pc:grpChg>
        <pc:grpChg chg="add mod">
          <ac:chgData name="Tomy Doda" userId="023a5e24-f089-4e82-9406-b78528d4275d" providerId="ADAL" clId="{46B57ECA-90EE-4DEE-B7FC-CF6B2BB407ED}" dt="2026-01-05T12:29:16.709" v="1691" actId="1076"/>
          <ac:grpSpMkLst>
            <pc:docMk/>
            <pc:sldMk cId="1773552869" sldId="256"/>
            <ac:grpSpMk id="51" creationId="{167F1938-993A-4C52-8F21-02287753154F}"/>
          </ac:grpSpMkLst>
        </pc:grpChg>
        <pc:grpChg chg="add mod">
          <ac:chgData name="Tomy Doda" userId="023a5e24-f089-4e82-9406-b78528d4275d" providerId="ADAL" clId="{46B57ECA-90EE-4DEE-B7FC-CF6B2BB407ED}" dt="2026-01-05T12:29:16.709" v="1691" actId="1076"/>
          <ac:grpSpMkLst>
            <pc:docMk/>
            <pc:sldMk cId="1773552869" sldId="256"/>
            <ac:grpSpMk id="57" creationId="{E5961070-7C02-9369-487C-317789165DE5}"/>
          </ac:grpSpMkLst>
        </pc:grpChg>
        <pc:grpChg chg="add mod">
          <ac:chgData name="Tomy Doda" userId="023a5e24-f089-4e82-9406-b78528d4275d" providerId="ADAL" clId="{46B57ECA-90EE-4DEE-B7FC-CF6B2BB407ED}" dt="2026-01-05T12:30:15.587" v="1705" actId="1076"/>
          <ac:grpSpMkLst>
            <pc:docMk/>
            <pc:sldMk cId="1773552869" sldId="256"/>
            <ac:grpSpMk id="71" creationId="{EE572FC0-FF64-15AB-746F-F352AEC222F0}"/>
          </ac:grpSpMkLst>
        </pc:grpChg>
        <pc:grpChg chg="add mod">
          <ac:chgData name="Tomy Doda" userId="023a5e24-f089-4e82-9406-b78528d4275d" providerId="ADAL" clId="{46B57ECA-90EE-4DEE-B7FC-CF6B2BB407ED}" dt="2026-01-05T12:57:19.985" v="2420" actId="1076"/>
          <ac:grpSpMkLst>
            <pc:docMk/>
            <pc:sldMk cId="1773552869" sldId="256"/>
            <ac:grpSpMk id="92" creationId="{247FA043-7BF0-A4C7-0A66-6ED27C1CA803}"/>
          </ac:grpSpMkLst>
        </pc:grpChg>
        <pc:grpChg chg="add mod">
          <ac:chgData name="Tomy Doda" userId="023a5e24-f089-4e82-9406-b78528d4275d" providerId="ADAL" clId="{46B57ECA-90EE-4DEE-B7FC-CF6B2BB407ED}" dt="2026-01-05T12:57:31.871" v="2423" actId="1076"/>
          <ac:grpSpMkLst>
            <pc:docMk/>
            <pc:sldMk cId="1773552869" sldId="256"/>
            <ac:grpSpMk id="95" creationId="{E4A7C405-2591-8373-8B3F-E64791EE0038}"/>
          </ac:grpSpMkLst>
        </pc:grpChg>
        <pc:grpChg chg="add mod">
          <ac:chgData name="Tomy Doda" userId="023a5e24-f089-4e82-9406-b78528d4275d" providerId="ADAL" clId="{46B57ECA-90EE-4DEE-B7FC-CF6B2BB407ED}" dt="2026-01-05T12:58:02.507" v="2430" actId="1076"/>
          <ac:grpSpMkLst>
            <pc:docMk/>
            <pc:sldMk cId="1773552869" sldId="256"/>
            <ac:grpSpMk id="114" creationId="{B8A56E29-D85B-B5B9-F78E-CC597E195834}"/>
          </ac:grpSpMkLst>
        </pc:grpChg>
        <pc:grpChg chg="add mod">
          <ac:chgData name="Tomy Doda" userId="023a5e24-f089-4e82-9406-b78528d4275d" providerId="ADAL" clId="{46B57ECA-90EE-4DEE-B7FC-CF6B2BB407ED}" dt="2026-01-05T13:05:43.449" v="2672" actId="1076"/>
          <ac:grpSpMkLst>
            <pc:docMk/>
            <pc:sldMk cId="1773552869" sldId="256"/>
            <ac:grpSpMk id="123" creationId="{39346983-572A-593C-2659-B3E62BD5E91F}"/>
          </ac:grpSpMkLst>
        </pc:grpChg>
        <pc:grpChg chg="add mod">
          <ac:chgData name="Tomy Doda" userId="023a5e24-f089-4e82-9406-b78528d4275d" providerId="ADAL" clId="{46B57ECA-90EE-4DEE-B7FC-CF6B2BB407ED}" dt="2026-01-05T13:05:31.850" v="2670" actId="1076"/>
          <ac:grpSpMkLst>
            <pc:docMk/>
            <pc:sldMk cId="1773552869" sldId="256"/>
            <ac:grpSpMk id="138" creationId="{F6BA9956-CEDE-C86E-81C8-E3E34A8E3264}"/>
          </ac:grpSpMkLst>
        </pc:grpChg>
        <pc:grpChg chg="add mod">
          <ac:chgData name="Tomy Doda" userId="023a5e24-f089-4e82-9406-b78528d4275d" providerId="ADAL" clId="{46B57ECA-90EE-4DEE-B7FC-CF6B2BB407ED}" dt="2026-01-05T13:05:29.079" v="2669" actId="1076"/>
          <ac:grpSpMkLst>
            <pc:docMk/>
            <pc:sldMk cId="1773552869" sldId="256"/>
            <ac:grpSpMk id="144" creationId="{2CCDF439-DE8F-DAB6-9DF6-BB041D33F199}"/>
          </ac:grpSpMkLst>
        </pc:grpChg>
        <pc:cxnChg chg="add mod">
          <ac:chgData name="Tomy Doda" userId="023a5e24-f089-4e82-9406-b78528d4275d" providerId="ADAL" clId="{46B57ECA-90EE-4DEE-B7FC-CF6B2BB407ED}" dt="2026-01-05T10:47:17.265" v="924" actId="14100"/>
          <ac:cxnSpMkLst>
            <pc:docMk/>
            <pc:sldMk cId="1773552869" sldId="256"/>
            <ac:cxnSpMk id="16" creationId="{C4C7D242-C84B-AA16-9859-71494077468F}"/>
          </ac:cxnSpMkLst>
        </pc:cxnChg>
        <pc:cxnChg chg="add del mod">
          <ac:chgData name="Tomy Doda" userId="023a5e24-f089-4e82-9406-b78528d4275d" providerId="ADAL" clId="{46B57ECA-90EE-4DEE-B7FC-CF6B2BB407ED}" dt="2026-01-05T12:27:36.662" v="1668" actId="478"/>
          <ac:cxnSpMkLst>
            <pc:docMk/>
            <pc:sldMk cId="1773552869" sldId="256"/>
            <ac:cxnSpMk id="30" creationId="{E33EC87C-FCDC-8E99-FD6E-FC2BDB0C1526}"/>
          </ac:cxnSpMkLst>
        </pc:cxnChg>
        <pc:cxnChg chg="add mod">
          <ac:chgData name="Tomy Doda" userId="023a5e24-f089-4e82-9406-b78528d4275d" providerId="ADAL" clId="{46B57ECA-90EE-4DEE-B7FC-CF6B2BB407ED}" dt="2026-01-05T12:27:28.898" v="1666" actId="1076"/>
          <ac:cxnSpMkLst>
            <pc:docMk/>
            <pc:sldMk cId="1773552869" sldId="256"/>
            <ac:cxnSpMk id="40" creationId="{4131D00B-7DDC-A7DE-AE58-CB8DE06C6B3B}"/>
          </ac:cxnSpMkLst>
        </pc:cxnChg>
        <pc:cxnChg chg="add mod">
          <ac:chgData name="Tomy Doda" userId="023a5e24-f089-4e82-9406-b78528d4275d" providerId="ADAL" clId="{46B57ECA-90EE-4DEE-B7FC-CF6B2BB407ED}" dt="2026-01-05T12:56:50.720" v="2414" actId="14100"/>
          <ac:cxnSpMkLst>
            <pc:docMk/>
            <pc:sldMk cId="1773552869" sldId="256"/>
            <ac:cxnSpMk id="48" creationId="{82AB1A31-24C0-A816-EF37-9E6F81163DC4}"/>
          </ac:cxnSpMkLst>
        </pc:cxnChg>
        <pc:cxnChg chg="add mod">
          <ac:chgData name="Tomy Doda" userId="023a5e24-f089-4e82-9406-b78528d4275d" providerId="ADAL" clId="{46B57ECA-90EE-4DEE-B7FC-CF6B2BB407ED}" dt="2026-01-05T12:29:16.709" v="1691" actId="1076"/>
          <ac:cxnSpMkLst>
            <pc:docMk/>
            <pc:sldMk cId="1773552869" sldId="256"/>
            <ac:cxnSpMk id="54" creationId="{775563D7-1CCC-1825-E656-ADD53C45A27F}"/>
          </ac:cxnSpMkLst>
        </pc:cxnChg>
        <pc:cxnChg chg="add mod">
          <ac:chgData name="Tomy Doda" userId="023a5e24-f089-4e82-9406-b78528d4275d" providerId="ADAL" clId="{46B57ECA-90EE-4DEE-B7FC-CF6B2BB407ED}" dt="2026-01-05T12:29:16.709" v="1691" actId="1076"/>
          <ac:cxnSpMkLst>
            <pc:docMk/>
            <pc:sldMk cId="1773552869" sldId="256"/>
            <ac:cxnSpMk id="60" creationId="{21114A1D-2A02-14A7-05D7-EAC865CBB242}"/>
          </ac:cxnSpMkLst>
        </pc:cxnChg>
        <pc:cxnChg chg="add del mod">
          <ac:chgData name="Tomy Doda" userId="023a5e24-f089-4e82-9406-b78528d4275d" providerId="ADAL" clId="{46B57ECA-90EE-4DEE-B7FC-CF6B2BB407ED}" dt="2026-01-05T12:10:15.068" v="1462" actId="478"/>
          <ac:cxnSpMkLst>
            <pc:docMk/>
            <pc:sldMk cId="1773552869" sldId="256"/>
            <ac:cxnSpMk id="65" creationId="{1AFE48B9-5CF3-0C0D-FF90-973D8640781C}"/>
          </ac:cxnSpMkLst>
        </pc:cxnChg>
        <pc:cxnChg chg="add del mod">
          <ac:chgData name="Tomy Doda" userId="023a5e24-f089-4e82-9406-b78528d4275d" providerId="ADAL" clId="{46B57ECA-90EE-4DEE-B7FC-CF6B2BB407ED}" dt="2026-01-05T12:29:40.119" v="1695" actId="478"/>
          <ac:cxnSpMkLst>
            <pc:docMk/>
            <pc:sldMk cId="1773552869" sldId="256"/>
            <ac:cxnSpMk id="74" creationId="{0B57BDE0-5EB9-CFFB-EC8B-52E6EE16657D}"/>
          </ac:cxnSpMkLst>
        </pc:cxnChg>
        <pc:cxnChg chg="add del mod">
          <ac:chgData name="Tomy Doda" userId="023a5e24-f089-4e82-9406-b78528d4275d" providerId="ADAL" clId="{46B57ECA-90EE-4DEE-B7FC-CF6B2BB407ED}" dt="2026-01-05T12:27:47.987" v="1672" actId="478"/>
          <ac:cxnSpMkLst>
            <pc:docMk/>
            <pc:sldMk cId="1773552869" sldId="256"/>
            <ac:cxnSpMk id="82" creationId="{05FCA812-44DE-F3A0-ADE6-C406776A4E8C}"/>
          </ac:cxnSpMkLst>
        </pc:cxnChg>
        <pc:cxnChg chg="add del mod">
          <ac:chgData name="Tomy Doda" userId="023a5e24-f089-4e82-9406-b78528d4275d" providerId="ADAL" clId="{46B57ECA-90EE-4DEE-B7FC-CF6B2BB407ED}" dt="2026-01-05T12:27:59.067" v="1675" actId="478"/>
          <ac:cxnSpMkLst>
            <pc:docMk/>
            <pc:sldMk cId="1773552869" sldId="256"/>
            <ac:cxnSpMk id="86" creationId="{1596C589-822A-BFED-7439-EFD7D5FB814D}"/>
          </ac:cxnSpMkLst>
        </pc:cxnChg>
        <pc:cxnChg chg="add mod">
          <ac:chgData name="Tomy Doda" userId="023a5e24-f089-4e82-9406-b78528d4275d" providerId="ADAL" clId="{46B57ECA-90EE-4DEE-B7FC-CF6B2BB407ED}" dt="2026-01-05T12:57:34.063" v="2424" actId="14100"/>
          <ac:cxnSpMkLst>
            <pc:docMk/>
            <pc:sldMk cId="1773552869" sldId="256"/>
            <ac:cxnSpMk id="98" creationId="{18695880-27DE-A06F-556E-629F619602A9}"/>
          </ac:cxnSpMkLst>
        </pc:cxnChg>
        <pc:cxnChg chg="add del mod">
          <ac:chgData name="Tomy Doda" userId="023a5e24-f089-4e82-9406-b78528d4275d" providerId="ADAL" clId="{46B57ECA-90EE-4DEE-B7FC-CF6B2BB407ED}" dt="2026-01-05T12:42:08.265" v="2176" actId="478"/>
          <ac:cxnSpMkLst>
            <pc:docMk/>
            <pc:sldMk cId="1773552869" sldId="256"/>
            <ac:cxnSpMk id="102" creationId="{FF6D25B0-61B8-05EF-05FF-F5939C9187A0}"/>
          </ac:cxnSpMkLst>
        </pc:cxnChg>
        <pc:cxnChg chg="add del">
          <ac:chgData name="Tomy Doda" userId="023a5e24-f089-4e82-9406-b78528d4275d" providerId="ADAL" clId="{46B57ECA-90EE-4DEE-B7FC-CF6B2BB407ED}" dt="2026-01-05T12:43:08.599" v="2193" actId="478"/>
          <ac:cxnSpMkLst>
            <pc:docMk/>
            <pc:sldMk cId="1773552869" sldId="256"/>
            <ac:cxnSpMk id="109" creationId="{44383867-9272-FE94-2DBB-5458DBDC91E7}"/>
          </ac:cxnSpMkLst>
        </pc:cxnChg>
        <pc:cxnChg chg="add mod">
          <ac:chgData name="Tomy Doda" userId="023a5e24-f089-4e82-9406-b78528d4275d" providerId="ADAL" clId="{46B57ECA-90EE-4DEE-B7FC-CF6B2BB407ED}" dt="2026-01-05T12:57:23.937" v="2421" actId="14100"/>
          <ac:cxnSpMkLst>
            <pc:docMk/>
            <pc:sldMk cId="1773552869" sldId="256"/>
            <ac:cxnSpMk id="117" creationId="{EC667F11-D14D-EBFE-CE5D-69CAA9A34355}"/>
          </ac:cxnSpMkLst>
        </pc:cxnChg>
        <pc:cxnChg chg="add mod">
          <ac:chgData name="Tomy Doda" userId="023a5e24-f089-4e82-9406-b78528d4275d" providerId="ADAL" clId="{46B57ECA-90EE-4DEE-B7FC-CF6B2BB407ED}" dt="2026-01-05T12:58:08.934" v="2431" actId="14100"/>
          <ac:cxnSpMkLst>
            <pc:docMk/>
            <pc:sldMk cId="1773552869" sldId="256"/>
            <ac:cxnSpMk id="120" creationId="{59EA6764-2ADA-C93F-1B05-1B696068ABDB}"/>
          </ac:cxnSpMkLst>
        </pc:cxnChg>
        <pc:cxnChg chg="add del mod">
          <ac:chgData name="Tomy Doda" userId="023a5e24-f089-4e82-9406-b78528d4275d" providerId="ADAL" clId="{46B57ECA-90EE-4DEE-B7FC-CF6B2BB407ED}" dt="2026-01-05T13:01:18.252" v="2570" actId="478"/>
          <ac:cxnSpMkLst>
            <pc:docMk/>
            <pc:sldMk cId="1773552869" sldId="256"/>
            <ac:cxnSpMk id="136" creationId="{EA36296C-BE4E-92E6-4865-C3171A597E20}"/>
          </ac:cxnSpMkLst>
        </pc:cxnChg>
        <pc:cxnChg chg="add mod">
          <ac:chgData name="Tomy Doda" userId="023a5e24-f089-4e82-9406-b78528d4275d" providerId="ADAL" clId="{46B57ECA-90EE-4DEE-B7FC-CF6B2BB407ED}" dt="2026-01-05T13:01:55.172" v="2578" actId="14100"/>
          <ac:cxnSpMkLst>
            <pc:docMk/>
            <pc:sldMk cId="1773552869" sldId="256"/>
            <ac:cxnSpMk id="142" creationId="{B3DC7DCD-9EC3-F97B-764D-F8E432E16FAF}"/>
          </ac:cxnSpMkLst>
        </pc:cxnChg>
        <pc:cxnChg chg="add mod">
          <ac:chgData name="Tomy Doda" userId="023a5e24-f089-4e82-9406-b78528d4275d" providerId="ADAL" clId="{46B57ECA-90EE-4DEE-B7FC-CF6B2BB407ED}" dt="2026-01-05T13:05:38.187" v="2671" actId="14100"/>
          <ac:cxnSpMkLst>
            <pc:docMk/>
            <pc:sldMk cId="1773552869" sldId="256"/>
            <ac:cxnSpMk id="147" creationId="{9C487280-C555-D7C7-5663-C60288CC36F7}"/>
          </ac:cxnSpMkLst>
        </pc:cxnChg>
      </pc:sldChg>
      <pc:sldChg chg="addSp delSp modSp add mod">
        <pc:chgData name="Tomy Doda" userId="023a5e24-f089-4e82-9406-b78528d4275d" providerId="ADAL" clId="{46B57ECA-90EE-4DEE-B7FC-CF6B2BB407ED}" dt="2026-01-05T12:02:36.829" v="1182" actId="14100"/>
        <pc:sldMkLst>
          <pc:docMk/>
          <pc:sldMk cId="3779570210" sldId="257"/>
        </pc:sldMkLst>
        <pc:spChg chg="mod">
          <ac:chgData name="Tomy Doda" userId="023a5e24-f089-4e82-9406-b78528d4275d" providerId="ADAL" clId="{46B57ECA-90EE-4DEE-B7FC-CF6B2BB407ED}" dt="2026-01-05T10:49:40.112" v="989" actId="207"/>
          <ac:spMkLst>
            <pc:docMk/>
            <pc:sldMk cId="3779570210" sldId="257"/>
            <ac:spMk id="3" creationId="{DA1F23C0-CDD4-BC45-C7EE-FA63E11F957F}"/>
          </ac:spMkLst>
        </pc:spChg>
        <pc:spChg chg="mod">
          <ac:chgData name="Tomy Doda" userId="023a5e24-f089-4e82-9406-b78528d4275d" providerId="ADAL" clId="{46B57ECA-90EE-4DEE-B7FC-CF6B2BB407ED}" dt="2026-01-05T10:49:32.744" v="987" actId="207"/>
          <ac:spMkLst>
            <pc:docMk/>
            <pc:sldMk cId="3779570210" sldId="257"/>
            <ac:spMk id="4" creationId="{8CEA51FF-9760-A496-CC2D-B8B213896021}"/>
          </ac:spMkLst>
        </pc:spChg>
        <pc:spChg chg="del mod topLvl">
          <ac:chgData name="Tomy Doda" userId="023a5e24-f089-4e82-9406-b78528d4275d" providerId="ADAL" clId="{46B57ECA-90EE-4DEE-B7FC-CF6B2BB407ED}" dt="2026-01-05T10:49:02.023" v="967" actId="478"/>
          <ac:spMkLst>
            <pc:docMk/>
            <pc:sldMk cId="3779570210" sldId="257"/>
            <ac:spMk id="9" creationId="{84FE266B-679E-0210-1E2A-A479C03BE9A4}"/>
          </ac:spMkLst>
        </pc:spChg>
        <pc:spChg chg="del mod topLvl">
          <ac:chgData name="Tomy Doda" userId="023a5e24-f089-4e82-9406-b78528d4275d" providerId="ADAL" clId="{46B57ECA-90EE-4DEE-B7FC-CF6B2BB407ED}" dt="2026-01-05T10:49:03.887" v="969" actId="478"/>
          <ac:spMkLst>
            <pc:docMk/>
            <pc:sldMk cId="3779570210" sldId="257"/>
            <ac:spMk id="10" creationId="{6073F8D8-864C-41B2-E0DE-EBD8FFD4AC00}"/>
          </ac:spMkLst>
        </pc:spChg>
        <pc:spChg chg="del">
          <ac:chgData name="Tomy Doda" userId="023a5e24-f089-4e82-9406-b78528d4275d" providerId="ADAL" clId="{46B57ECA-90EE-4DEE-B7FC-CF6B2BB407ED}" dt="2026-01-05T10:48:55.695" v="961" actId="478"/>
          <ac:spMkLst>
            <pc:docMk/>
            <pc:sldMk cId="3779570210" sldId="257"/>
            <ac:spMk id="11" creationId="{1A838670-F32D-5402-9C35-6D96C1C67235}"/>
          </ac:spMkLst>
        </pc:spChg>
        <pc:spChg chg="del">
          <ac:chgData name="Tomy Doda" userId="023a5e24-f089-4e82-9406-b78528d4275d" providerId="ADAL" clId="{46B57ECA-90EE-4DEE-B7FC-CF6B2BB407ED}" dt="2026-01-05T10:48:57.309" v="962" actId="478"/>
          <ac:spMkLst>
            <pc:docMk/>
            <pc:sldMk cId="3779570210" sldId="257"/>
            <ac:spMk id="12" creationId="{51FA7B41-DF11-9C94-C87F-A2DB66AFCB65}"/>
          </ac:spMkLst>
        </pc:spChg>
        <pc:spChg chg="del">
          <ac:chgData name="Tomy Doda" userId="023a5e24-f089-4e82-9406-b78528d4275d" providerId="ADAL" clId="{46B57ECA-90EE-4DEE-B7FC-CF6B2BB407ED}" dt="2026-01-05T10:48:57.309" v="962" actId="478"/>
          <ac:spMkLst>
            <pc:docMk/>
            <pc:sldMk cId="3779570210" sldId="257"/>
            <ac:spMk id="13" creationId="{89E713F2-A4B6-BF67-689D-DF09D13CF823}"/>
          </ac:spMkLst>
        </pc:spChg>
        <pc:spChg chg="del">
          <ac:chgData name="Tomy Doda" userId="023a5e24-f089-4e82-9406-b78528d4275d" providerId="ADAL" clId="{46B57ECA-90EE-4DEE-B7FC-CF6B2BB407ED}" dt="2026-01-05T10:48:57.309" v="962" actId="478"/>
          <ac:spMkLst>
            <pc:docMk/>
            <pc:sldMk cId="3779570210" sldId="257"/>
            <ac:spMk id="14" creationId="{DDBF027F-C7C0-1F9D-CE81-E3205269BBF7}"/>
          </ac:spMkLst>
        </pc:spChg>
        <pc:spChg chg="mod">
          <ac:chgData name="Tomy Doda" userId="023a5e24-f089-4e82-9406-b78528d4275d" providerId="ADAL" clId="{46B57ECA-90EE-4DEE-B7FC-CF6B2BB407ED}" dt="2026-01-05T12:02:36.829" v="1182" actId="14100"/>
          <ac:spMkLst>
            <pc:docMk/>
            <pc:sldMk cId="3779570210" sldId="257"/>
            <ac:spMk id="17" creationId="{1A049917-8B60-55D7-A8AB-29199689BFCF}"/>
          </ac:spMkLst>
        </pc:spChg>
        <pc:spChg chg="del">
          <ac:chgData name="Tomy Doda" userId="023a5e24-f089-4e82-9406-b78528d4275d" providerId="ADAL" clId="{46B57ECA-90EE-4DEE-B7FC-CF6B2BB407ED}" dt="2026-01-05T10:48:51.157" v="958" actId="478"/>
          <ac:spMkLst>
            <pc:docMk/>
            <pc:sldMk cId="3779570210" sldId="257"/>
            <ac:spMk id="21" creationId="{D067E405-DEBF-93F4-6A25-1245D7339A84}"/>
          </ac:spMkLst>
        </pc:spChg>
        <pc:spChg chg="del">
          <ac:chgData name="Tomy Doda" userId="023a5e24-f089-4e82-9406-b78528d4275d" providerId="ADAL" clId="{46B57ECA-90EE-4DEE-B7FC-CF6B2BB407ED}" dt="2026-01-05T10:48:51.157" v="958" actId="478"/>
          <ac:spMkLst>
            <pc:docMk/>
            <pc:sldMk cId="3779570210" sldId="257"/>
            <ac:spMk id="22" creationId="{04A151CB-F3C5-F60E-9C7A-1CC2048BF2AE}"/>
          </ac:spMkLst>
        </pc:spChg>
        <pc:spChg chg="del">
          <ac:chgData name="Tomy Doda" userId="023a5e24-f089-4e82-9406-b78528d4275d" providerId="ADAL" clId="{46B57ECA-90EE-4DEE-B7FC-CF6B2BB407ED}" dt="2026-01-05T10:48:51.157" v="958" actId="478"/>
          <ac:spMkLst>
            <pc:docMk/>
            <pc:sldMk cId="3779570210" sldId="257"/>
            <ac:spMk id="23" creationId="{965625B8-AF73-E705-ADAC-0744195F1D42}"/>
          </ac:spMkLst>
        </pc:spChg>
        <pc:spChg chg="del">
          <ac:chgData name="Tomy Doda" userId="023a5e24-f089-4e82-9406-b78528d4275d" providerId="ADAL" clId="{46B57ECA-90EE-4DEE-B7FC-CF6B2BB407ED}" dt="2026-01-05T10:48:51.157" v="958" actId="478"/>
          <ac:spMkLst>
            <pc:docMk/>
            <pc:sldMk cId="3779570210" sldId="257"/>
            <ac:spMk id="24" creationId="{2BB02EED-D207-5561-CE6D-4F4BCBB3DAAA}"/>
          </ac:spMkLst>
        </pc:spChg>
        <pc:spChg chg="del">
          <ac:chgData name="Tomy Doda" userId="023a5e24-f089-4e82-9406-b78528d4275d" providerId="ADAL" clId="{46B57ECA-90EE-4DEE-B7FC-CF6B2BB407ED}" dt="2026-01-05T10:48:51.157" v="958" actId="478"/>
          <ac:spMkLst>
            <pc:docMk/>
            <pc:sldMk cId="3779570210" sldId="257"/>
            <ac:spMk id="25" creationId="{14CA290F-39C3-3D1C-EF50-6D2FF5C8D6FC}"/>
          </ac:spMkLst>
        </pc:spChg>
        <pc:spChg chg="del">
          <ac:chgData name="Tomy Doda" userId="023a5e24-f089-4e82-9406-b78528d4275d" providerId="ADAL" clId="{46B57ECA-90EE-4DEE-B7FC-CF6B2BB407ED}" dt="2026-01-05T10:48:53.269" v="960" actId="478"/>
          <ac:spMkLst>
            <pc:docMk/>
            <pc:sldMk cId="3779570210" sldId="257"/>
            <ac:spMk id="26" creationId="{ABDB9DC8-387A-127B-90E5-CC26DC422621}"/>
          </ac:spMkLst>
        </pc:spChg>
        <pc:spChg chg="del">
          <ac:chgData name="Tomy Doda" userId="023a5e24-f089-4e82-9406-b78528d4275d" providerId="ADAL" clId="{46B57ECA-90EE-4DEE-B7FC-CF6B2BB407ED}" dt="2026-01-05T10:48:51.157" v="958" actId="478"/>
          <ac:spMkLst>
            <pc:docMk/>
            <pc:sldMk cId="3779570210" sldId="257"/>
            <ac:spMk id="27" creationId="{1284C300-AE7D-8543-B18A-EC51F2A7A0FE}"/>
          </ac:spMkLst>
        </pc:spChg>
        <pc:spChg chg="del">
          <ac:chgData name="Tomy Doda" userId="023a5e24-f089-4e82-9406-b78528d4275d" providerId="ADAL" clId="{46B57ECA-90EE-4DEE-B7FC-CF6B2BB407ED}" dt="2026-01-05T10:48:52.317" v="959" actId="478"/>
          <ac:spMkLst>
            <pc:docMk/>
            <pc:sldMk cId="3779570210" sldId="257"/>
            <ac:spMk id="28" creationId="{D954EF82-520B-1250-394A-8B279F7064F9}"/>
          </ac:spMkLst>
        </pc:spChg>
        <pc:spChg chg="mod">
          <ac:chgData name="Tomy Doda" userId="023a5e24-f089-4e82-9406-b78528d4275d" providerId="ADAL" clId="{46B57ECA-90EE-4DEE-B7FC-CF6B2BB407ED}" dt="2026-01-05T10:49:42.156" v="990" actId="207"/>
          <ac:spMkLst>
            <pc:docMk/>
            <pc:sldMk cId="3779570210" sldId="257"/>
            <ac:spMk id="29" creationId="{EE422B65-7D30-0360-F75D-9AF8452DE4D0}"/>
          </ac:spMkLst>
        </pc:spChg>
        <pc:spChg chg="mod">
          <ac:chgData name="Tomy Doda" userId="023a5e24-f089-4e82-9406-b78528d4275d" providerId="ADAL" clId="{46B57ECA-90EE-4DEE-B7FC-CF6B2BB407ED}" dt="2026-01-05T10:49:35.604" v="988" actId="207"/>
          <ac:spMkLst>
            <pc:docMk/>
            <pc:sldMk cId="3779570210" sldId="257"/>
            <ac:spMk id="31" creationId="{A43EFB61-40A5-B397-936E-4BCC8C08EFD0}"/>
          </ac:spMkLst>
        </pc:spChg>
        <pc:grpChg chg="add mod">
          <ac:chgData name="Tomy Doda" userId="023a5e24-f089-4e82-9406-b78528d4275d" providerId="ADAL" clId="{46B57ECA-90EE-4DEE-B7FC-CF6B2BB407ED}" dt="2026-01-05T10:49:24.185" v="984" actId="1076"/>
          <ac:grpSpMkLst>
            <pc:docMk/>
            <pc:sldMk cId="3779570210" sldId="257"/>
            <ac:grpSpMk id="2" creationId="{296AE7FA-C399-CD10-B5DA-7E694E036B37}"/>
          </ac:grpSpMkLst>
        </pc:grpChg>
        <pc:grpChg chg="del">
          <ac:chgData name="Tomy Doda" userId="023a5e24-f089-4e82-9406-b78528d4275d" providerId="ADAL" clId="{46B57ECA-90EE-4DEE-B7FC-CF6B2BB407ED}" dt="2026-01-05T10:48:57.309" v="962" actId="478"/>
          <ac:grpSpMkLst>
            <pc:docMk/>
            <pc:sldMk cId="3779570210" sldId="257"/>
            <ac:grpSpMk id="7" creationId="{CACF4ADA-D6AE-7FA0-007B-269197336471}"/>
          </ac:grpSpMkLst>
        </pc:grpChg>
        <pc:grpChg chg="del">
          <ac:chgData name="Tomy Doda" userId="023a5e24-f089-4e82-9406-b78528d4275d" providerId="ADAL" clId="{46B57ECA-90EE-4DEE-B7FC-CF6B2BB407ED}" dt="2026-01-05T10:49:02.023" v="967" actId="478"/>
          <ac:grpSpMkLst>
            <pc:docMk/>
            <pc:sldMk cId="3779570210" sldId="257"/>
            <ac:grpSpMk id="8" creationId="{240AE924-57F4-8B03-30CC-4203F650425B}"/>
          </ac:grpSpMkLst>
        </pc:grpChg>
        <pc:grpChg chg="add mod">
          <ac:chgData name="Tomy Doda" userId="023a5e24-f089-4e82-9406-b78528d4275d" providerId="ADAL" clId="{46B57ECA-90EE-4DEE-B7FC-CF6B2BB407ED}" dt="2026-01-05T10:49:11.624" v="971" actId="1076"/>
          <ac:grpSpMkLst>
            <pc:docMk/>
            <pc:sldMk cId="3779570210" sldId="257"/>
            <ac:grpSpMk id="15" creationId="{91AE2B10-EA61-27FC-E1A8-284732C78650}"/>
          </ac:grpSpMkLst>
        </pc:grpChg>
        <pc:grpChg chg="del">
          <ac:chgData name="Tomy Doda" userId="023a5e24-f089-4e82-9406-b78528d4275d" providerId="ADAL" clId="{46B57ECA-90EE-4DEE-B7FC-CF6B2BB407ED}" dt="2026-01-05T10:48:58.640" v="963" actId="478"/>
          <ac:grpSpMkLst>
            <pc:docMk/>
            <pc:sldMk cId="3779570210" sldId="257"/>
            <ac:grpSpMk id="18" creationId="{BCFF1A63-7EF2-D334-573E-D80A0200DB7E}"/>
          </ac:grpSpMkLst>
        </pc:grpChg>
        <pc:grpChg chg="del">
          <ac:chgData name="Tomy Doda" userId="023a5e24-f089-4e82-9406-b78528d4275d" providerId="ADAL" clId="{46B57ECA-90EE-4DEE-B7FC-CF6B2BB407ED}" dt="2026-01-05T10:48:59.244" v="964" actId="478"/>
          <ac:grpSpMkLst>
            <pc:docMk/>
            <pc:sldMk cId="3779570210" sldId="257"/>
            <ac:grpSpMk id="37" creationId="{42DF5D70-CF1E-BA30-FB60-6A5C736CA5E5}"/>
          </ac:grpSpMkLst>
        </pc:grpChg>
        <pc:cxnChg chg="del mod">
          <ac:chgData name="Tomy Doda" userId="023a5e24-f089-4e82-9406-b78528d4275d" providerId="ADAL" clId="{46B57ECA-90EE-4DEE-B7FC-CF6B2BB407ED}" dt="2026-01-05T10:48:57.309" v="962" actId="478"/>
          <ac:cxnSpMkLst>
            <pc:docMk/>
            <pc:sldMk cId="3779570210" sldId="257"/>
            <ac:cxnSpMk id="16" creationId="{2CAABB21-02F5-4EC8-DBFA-CE0D521EC48A}"/>
          </ac:cxnSpMkLst>
        </pc:cxnChg>
        <pc:cxnChg chg="del mod">
          <ac:chgData name="Tomy Doda" userId="023a5e24-f089-4e82-9406-b78528d4275d" providerId="ADAL" clId="{46B57ECA-90EE-4DEE-B7FC-CF6B2BB407ED}" dt="2026-01-05T10:48:57.309" v="962" actId="478"/>
          <ac:cxnSpMkLst>
            <pc:docMk/>
            <pc:sldMk cId="3779570210" sldId="257"/>
            <ac:cxnSpMk id="30" creationId="{7FE4B90E-DF34-AEF1-CB3D-8C803B341273}"/>
          </ac:cxnSpMkLst>
        </pc:cxnChg>
        <pc:cxnChg chg="add mod">
          <ac:chgData name="Tomy Doda" userId="023a5e24-f089-4e82-9406-b78528d4275d" providerId="ADAL" clId="{46B57ECA-90EE-4DEE-B7FC-CF6B2BB407ED}" dt="2026-01-05T10:49:44.352" v="991" actId="13822"/>
          <ac:cxnSpMkLst>
            <pc:docMk/>
            <pc:sldMk cId="3779570210" sldId="257"/>
            <ac:cxnSpMk id="32" creationId="{B5D56518-E43A-951B-C629-1B0512A288A2}"/>
          </ac:cxnSpMkLst>
        </pc:cxnChg>
        <pc:cxnChg chg="del mod">
          <ac:chgData name="Tomy Doda" userId="023a5e24-f089-4e82-9406-b78528d4275d" providerId="ADAL" clId="{46B57ECA-90EE-4DEE-B7FC-CF6B2BB407ED}" dt="2026-01-05T10:49:00.109" v="965" actId="478"/>
          <ac:cxnSpMkLst>
            <pc:docMk/>
            <pc:sldMk cId="3779570210" sldId="257"/>
            <ac:cxnSpMk id="40" creationId="{266A8ADE-0616-6771-8E52-3CDDE8241883}"/>
          </ac:cxnSpMkLst>
        </pc:cxnChg>
      </pc:sldChg>
      <pc:sldChg chg="addSp delSp modSp new mod ord">
        <pc:chgData name="Tomy Doda" userId="023a5e24-f089-4e82-9406-b78528d4275d" providerId="ADAL" clId="{46B57ECA-90EE-4DEE-B7FC-CF6B2BB407ED}" dt="2026-01-05T13:07:20.301" v="2731" actId="20577"/>
        <pc:sldMkLst>
          <pc:docMk/>
          <pc:sldMk cId="3295306692" sldId="258"/>
        </pc:sldMkLst>
        <pc:spChg chg="del">
          <ac:chgData name="Tomy Doda" userId="023a5e24-f089-4e82-9406-b78528d4275d" providerId="ADAL" clId="{46B57ECA-90EE-4DEE-B7FC-CF6B2BB407ED}" dt="2026-01-05T13:06:33.128" v="2678" actId="478"/>
          <ac:spMkLst>
            <pc:docMk/>
            <pc:sldMk cId="3295306692" sldId="258"/>
            <ac:spMk id="2" creationId="{CF7709CA-7134-74B7-58F4-EEC9570543B9}"/>
          </ac:spMkLst>
        </pc:spChg>
        <pc:spChg chg="del">
          <ac:chgData name="Tomy Doda" userId="023a5e24-f089-4e82-9406-b78528d4275d" providerId="ADAL" clId="{46B57ECA-90EE-4DEE-B7FC-CF6B2BB407ED}" dt="2026-01-05T13:06:35.661" v="2679" actId="478"/>
          <ac:spMkLst>
            <pc:docMk/>
            <pc:sldMk cId="3295306692" sldId="258"/>
            <ac:spMk id="3" creationId="{2B93494E-268A-4132-3F55-DA24E4732198}"/>
          </ac:spMkLst>
        </pc:spChg>
        <pc:spChg chg="mod">
          <ac:chgData name="Tomy Doda" userId="023a5e24-f089-4e82-9406-b78528d4275d" providerId="ADAL" clId="{46B57ECA-90EE-4DEE-B7FC-CF6B2BB407ED}" dt="2026-01-05T13:07:20.301" v="2731" actId="20577"/>
          <ac:spMkLst>
            <pc:docMk/>
            <pc:sldMk cId="3295306692" sldId="258"/>
            <ac:spMk id="5" creationId="{88C8C82F-9E45-B47D-E851-F5F8E0E001CB}"/>
          </ac:spMkLst>
        </pc:spChg>
        <pc:spChg chg="mod">
          <ac:chgData name="Tomy Doda" userId="023a5e24-f089-4e82-9406-b78528d4275d" providerId="ADAL" clId="{46B57ECA-90EE-4DEE-B7FC-CF6B2BB407ED}" dt="2026-01-05T13:07:11.851" v="2707" actId="207"/>
          <ac:spMkLst>
            <pc:docMk/>
            <pc:sldMk cId="3295306692" sldId="258"/>
            <ac:spMk id="6" creationId="{C203E117-1F24-4AE8-A3BC-96506A9ECE05}"/>
          </ac:spMkLst>
        </pc:spChg>
        <pc:grpChg chg="add mod">
          <ac:chgData name="Tomy Doda" userId="023a5e24-f089-4e82-9406-b78528d4275d" providerId="ADAL" clId="{46B57ECA-90EE-4DEE-B7FC-CF6B2BB407ED}" dt="2026-01-05T13:06:58.841" v="2681" actId="1076"/>
          <ac:grpSpMkLst>
            <pc:docMk/>
            <pc:sldMk cId="3295306692" sldId="258"/>
            <ac:grpSpMk id="4" creationId="{ADFA5062-4E0B-ACB3-BC6F-1299CF2E691C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D22CD-956B-459C-9662-B41DD1D0A18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5029-1900-4538-9FF6-A345E9252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551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D22CD-956B-459C-9662-B41DD1D0A18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5029-1900-4538-9FF6-A345E9252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461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D22CD-956B-459C-9662-B41DD1D0A18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5029-1900-4538-9FF6-A345E9252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87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D22CD-956B-459C-9662-B41DD1D0A18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5029-1900-4538-9FF6-A345E9252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492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D22CD-956B-459C-9662-B41DD1D0A18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5029-1900-4538-9FF6-A345E9252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157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D22CD-956B-459C-9662-B41DD1D0A18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5029-1900-4538-9FF6-A345E9252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35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D22CD-956B-459C-9662-B41DD1D0A18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5029-1900-4538-9FF6-A345E9252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511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D22CD-956B-459C-9662-B41DD1D0A18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5029-1900-4538-9FF6-A345E9252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757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D22CD-956B-459C-9662-B41DD1D0A18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5029-1900-4538-9FF6-A345E9252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463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D22CD-956B-459C-9662-B41DD1D0A18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5029-1900-4538-9FF6-A345E9252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088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D22CD-956B-459C-9662-B41DD1D0A18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5029-1900-4538-9FF6-A345E9252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04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ED22CD-956B-459C-9662-B41DD1D0A18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435029-1900-4538-9FF6-A345E9252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645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1FB54CB-AD83-49C5-D817-A91D5E2D1BF7}"/>
              </a:ext>
            </a:extLst>
          </p:cNvPr>
          <p:cNvGrpSpPr/>
          <p:nvPr/>
        </p:nvGrpSpPr>
        <p:grpSpPr>
          <a:xfrm>
            <a:off x="340115" y="1651854"/>
            <a:ext cx="2337119" cy="4767536"/>
            <a:chOff x="651987" y="2675599"/>
            <a:chExt cx="2337119" cy="435336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9135DF8-28AB-F1FE-62BF-37D6FD2F2DD8}"/>
                </a:ext>
              </a:extLst>
            </p:cNvPr>
            <p:cNvSpPr txBox="1"/>
            <p:nvPr/>
          </p:nvSpPr>
          <p:spPr>
            <a:xfrm>
              <a:off x="651987" y="2815771"/>
              <a:ext cx="2337119" cy="4213190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txBody>
            <a:bodyPr wrap="square" rtlCol="0">
              <a:spAutoFit/>
            </a:bodyPr>
            <a:lstStyle/>
            <a:p>
              <a:pPr marL="312738" indent="-312738">
                <a:spcAft>
                  <a:spcPts val="1200"/>
                </a:spcAft>
                <a:buFont typeface="+mj-lt"/>
                <a:buAutoNum type="arabicPeriod"/>
              </a:pPr>
              <a:r>
                <a:rPr lang="fr-CH" sz="1000" dirty="0" err="1"/>
                <a:t>Load</a:t>
              </a:r>
              <a:r>
                <a:rPr lang="fr-CH" sz="1000" dirty="0"/>
                <a:t> </a:t>
              </a:r>
              <a:r>
                <a:rPr lang="fr-CH" sz="1000" dirty="0" err="1"/>
                <a:t>campaign-specific</a:t>
              </a:r>
              <a:r>
                <a:rPr lang="fr-CH" sz="1000" dirty="0"/>
                <a:t> </a:t>
              </a:r>
              <a:r>
                <a:rPr lang="fr-CH" sz="1000" dirty="0" err="1"/>
                <a:t>parameters</a:t>
              </a:r>
              <a:endParaRPr lang="fr-CH" sz="1000" dirty="0"/>
            </a:p>
            <a:p>
              <a:pPr marL="312738" indent="-312738">
                <a:spcAft>
                  <a:spcPts val="1200"/>
                </a:spcAft>
                <a:buFont typeface="+mj-lt"/>
                <a:buAutoNum type="arabicPeriod"/>
              </a:pPr>
              <a:r>
                <a:rPr lang="fr-CH" sz="1000" dirty="0"/>
                <a:t>For </a:t>
              </a:r>
              <a:r>
                <a:rPr lang="fr-CH" sz="1000" dirty="0" err="1"/>
                <a:t>each</a:t>
              </a:r>
              <a:r>
                <a:rPr lang="fr-CH" sz="1000" dirty="0"/>
                <a:t> data file:</a:t>
              </a:r>
            </a:p>
            <a:p>
              <a:pPr marL="447675" lvl="1" indent="-266700">
                <a:spcAft>
                  <a:spcPts val="1200"/>
                </a:spcAft>
                <a:buFont typeface="+mj-lt"/>
                <a:buAutoNum type="alphaLcPeriod"/>
              </a:pPr>
              <a:r>
                <a:rPr lang="fr-CH" sz="1000" dirty="0" err="1"/>
                <a:t>Create</a:t>
              </a:r>
              <a:r>
                <a:rPr lang="fr-CH" sz="1000" dirty="0"/>
                <a:t> folder</a:t>
              </a:r>
            </a:p>
            <a:p>
              <a:pPr marL="447675" lvl="1" indent="-266700">
                <a:spcAft>
                  <a:spcPts val="1200"/>
                </a:spcAft>
                <a:buFont typeface="+mj-lt"/>
                <a:buAutoNum type="alphaLcPeriod"/>
              </a:pPr>
              <a:r>
                <a:rPr lang="fr-CH" sz="1000" dirty="0"/>
                <a:t>Import the .P data file</a:t>
              </a:r>
            </a:p>
            <a:p>
              <a:pPr marL="447675" lvl="1" indent="-266700">
                <a:spcAft>
                  <a:spcPts val="1200"/>
                </a:spcAft>
                <a:buFont typeface="+mj-lt"/>
                <a:buAutoNum type="alphaLcPeriod"/>
              </a:pPr>
              <a:r>
                <a:rPr lang="fr-CH" sz="1000" dirty="0" err="1"/>
                <a:t>Modify</a:t>
              </a:r>
              <a:r>
                <a:rPr lang="fr-CH" sz="1000" dirty="0"/>
                <a:t> config file</a:t>
              </a:r>
            </a:p>
            <a:p>
              <a:pPr marL="447675" lvl="1" indent="-266700">
                <a:spcAft>
                  <a:spcPts val="1200"/>
                </a:spcAft>
                <a:buFont typeface="+mj-lt"/>
                <a:buAutoNum type="alphaLcPeriod"/>
              </a:pPr>
              <a:r>
                <a:rPr lang="fr-CH" sz="1000" dirty="0" err="1"/>
                <a:t>Extract</a:t>
              </a:r>
              <a:r>
                <a:rPr lang="fr-CH" sz="1000" dirty="0"/>
                <a:t> profiles</a:t>
              </a:r>
            </a:p>
            <a:p>
              <a:pPr marL="447675" lvl="1" indent="-266700">
                <a:spcAft>
                  <a:spcPts val="1200"/>
                </a:spcAft>
                <a:buFont typeface="+mj-lt"/>
                <a:buAutoNum type="alphaLcPeriod"/>
              </a:pPr>
              <a:r>
                <a:rPr lang="fr-CH" sz="1000" dirty="0" err="1"/>
                <a:t>Calibrate</a:t>
              </a:r>
              <a:r>
                <a:rPr lang="fr-CH" sz="1000" dirty="0"/>
                <a:t> FP07</a:t>
              </a:r>
            </a:p>
            <a:p>
              <a:pPr marL="447675" lvl="1" indent="-266700">
                <a:spcAft>
                  <a:spcPts val="1200"/>
                </a:spcAft>
                <a:buFont typeface="+mj-lt"/>
                <a:buAutoNum type="alphaLcPeriod"/>
              </a:pPr>
              <a:r>
                <a:rPr lang="fr-CH" sz="1000" dirty="0"/>
                <a:t>For </a:t>
              </a:r>
              <a:r>
                <a:rPr lang="fr-CH" sz="1000" dirty="0" err="1"/>
                <a:t>each</a:t>
              </a:r>
              <a:r>
                <a:rPr lang="fr-CH" sz="1000" dirty="0"/>
                <a:t> profile: run ODAS turbulence </a:t>
              </a:r>
              <a:r>
                <a:rPr lang="fr-CH" sz="1000" dirty="0" err="1"/>
                <a:t>analysis</a:t>
              </a:r>
              <a:r>
                <a:rPr lang="fr-CH" sz="1000" dirty="0"/>
                <a:t> (</a:t>
              </a:r>
              <a:r>
                <a:rPr lang="fr-CH" sz="1000" dirty="0" err="1"/>
                <a:t>shear</a:t>
              </a:r>
              <a:r>
                <a:rPr lang="fr-CH" sz="1000" dirty="0"/>
                <a:t>)</a:t>
              </a:r>
            </a:p>
            <a:p>
              <a:pPr marL="447675" lvl="1" indent="-266700">
                <a:spcAft>
                  <a:spcPts val="1200"/>
                </a:spcAft>
                <a:buFont typeface="+mj-lt"/>
                <a:buAutoNum type="alphaLcPeriod"/>
              </a:pPr>
              <a:r>
                <a:rPr lang="fr-CH" sz="1000" dirty="0" err="1"/>
                <a:t>Computes</a:t>
              </a:r>
              <a:r>
                <a:rPr lang="fr-CH" sz="1000" dirty="0"/>
                <a:t> </a:t>
              </a:r>
              <a:r>
                <a:rPr lang="fr-CH" sz="1000" dirty="0" err="1"/>
                <a:t>corrected</a:t>
              </a:r>
              <a:r>
                <a:rPr lang="fr-CH" sz="1000" dirty="0"/>
                <a:t> </a:t>
              </a:r>
              <a:r>
                <a:rPr lang="fr-CH" sz="1000" dirty="0" err="1"/>
                <a:t>conductivity</a:t>
              </a:r>
              <a:r>
                <a:rPr lang="fr-CH" sz="1000" dirty="0"/>
                <a:t>, </a:t>
              </a:r>
              <a:r>
                <a:rPr lang="fr-CH" sz="1000" dirty="0" err="1"/>
                <a:t>salinity</a:t>
              </a:r>
              <a:r>
                <a:rPr lang="fr-CH" sz="1000" dirty="0"/>
                <a:t> and </a:t>
              </a:r>
              <a:r>
                <a:rPr lang="fr-CH" sz="1000" dirty="0" err="1"/>
                <a:t>density</a:t>
              </a:r>
              <a:endParaRPr lang="fr-CH" sz="1000" dirty="0"/>
            </a:p>
            <a:p>
              <a:pPr marL="447675" lvl="1" indent="-266700">
                <a:spcAft>
                  <a:spcPts val="1200"/>
                </a:spcAft>
                <a:buFont typeface="+mj-lt"/>
                <a:buAutoNum type="alphaLcPeriod"/>
              </a:pPr>
              <a:r>
                <a:rPr lang="fr-CH" sz="1000" dirty="0"/>
                <a:t>For </a:t>
              </a:r>
              <a:r>
                <a:rPr lang="fr-CH" sz="1000" dirty="0" err="1"/>
                <a:t>each</a:t>
              </a:r>
              <a:r>
                <a:rPr lang="fr-CH" sz="1000" dirty="0"/>
                <a:t> profile: run </a:t>
              </a:r>
              <a:r>
                <a:rPr lang="fr-CH" sz="1000" dirty="0" err="1"/>
                <a:t>Piccolroaz</a:t>
              </a:r>
              <a:r>
                <a:rPr lang="fr-CH" sz="1000" dirty="0"/>
                <a:t> </a:t>
              </a:r>
              <a:r>
                <a:rPr lang="fr-CH" sz="1000" dirty="0" err="1"/>
                <a:t>analysis</a:t>
              </a:r>
              <a:r>
                <a:rPr lang="fr-CH" sz="1000" dirty="0"/>
                <a:t> (</a:t>
              </a:r>
              <a:r>
                <a:rPr lang="fr-CH" sz="1000" dirty="0" err="1"/>
                <a:t>shear</a:t>
              </a:r>
              <a:r>
                <a:rPr lang="fr-CH" sz="1000" dirty="0"/>
                <a:t> + FP07)</a:t>
              </a:r>
            </a:p>
            <a:p>
              <a:pPr marL="447675" lvl="1" indent="-266700">
                <a:spcAft>
                  <a:spcPts val="1200"/>
                </a:spcAft>
                <a:buFont typeface="+mj-lt"/>
                <a:buAutoNum type="alphaLcPeriod"/>
              </a:pPr>
              <a:r>
                <a:rPr lang="fr-CH" sz="1000" dirty="0"/>
                <a:t>Save the data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A9FAAB5-AD03-FE0C-71C7-AE49F9F3A114}"/>
                </a:ext>
              </a:extLst>
            </p:cNvPr>
            <p:cNvSpPr txBox="1"/>
            <p:nvPr/>
          </p:nvSpPr>
          <p:spPr>
            <a:xfrm>
              <a:off x="978139" y="2675599"/>
              <a:ext cx="1684814" cy="224939"/>
            </a:xfrm>
            <a:prstGeom prst="roundRect">
              <a:avLst>
                <a:gd name="adj" fmla="val 42994"/>
              </a:avLst>
            </a:prstGeom>
            <a:solidFill>
              <a:schemeClr val="tx2">
                <a:lumMod val="50000"/>
                <a:lumOff val="50000"/>
              </a:schemeClr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fr-CH" sz="1100" b="1" dirty="0" err="1">
                  <a:solidFill>
                    <a:schemeClr val="bg1"/>
                  </a:solidFill>
                </a:rPr>
                <a:t>analyze_profiles.m</a:t>
              </a:r>
              <a:endParaRPr lang="fr-CH" sz="11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B0A192C-FE6F-C279-CB81-01CC2D50F70D}"/>
              </a:ext>
            </a:extLst>
          </p:cNvPr>
          <p:cNvGrpSpPr/>
          <p:nvPr/>
        </p:nvGrpSpPr>
        <p:grpSpPr>
          <a:xfrm>
            <a:off x="3075694" y="220768"/>
            <a:ext cx="2456027" cy="1000155"/>
            <a:chOff x="497282" y="2693898"/>
            <a:chExt cx="2456027" cy="100015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CD1F9E8-AEB6-8587-DDB7-7FE354DDC648}"/>
                </a:ext>
              </a:extLst>
            </p:cNvPr>
            <p:cNvSpPr txBox="1"/>
            <p:nvPr/>
          </p:nvSpPr>
          <p:spPr>
            <a:xfrm>
              <a:off x="497282" y="2910860"/>
              <a:ext cx="2456027" cy="783193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fr-CH" sz="1000" dirty="0" err="1"/>
                <a:t>Contains</a:t>
              </a:r>
              <a:r>
                <a:rPr lang="fr-CH" sz="1000" dirty="0"/>
                <a:t> </a:t>
              </a:r>
              <a:r>
                <a:rPr lang="fr-CH" sz="1000" dirty="0" err="1"/>
                <a:t>parameters</a:t>
              </a:r>
              <a:r>
                <a:rPr lang="fr-CH" sz="1000" dirty="0"/>
                <a:t> </a:t>
              </a:r>
              <a:r>
                <a:rPr lang="fr-CH" sz="1000" dirty="0" err="1"/>
                <a:t>required</a:t>
              </a:r>
              <a:r>
                <a:rPr lang="fr-CH" sz="1000" dirty="0"/>
                <a:t> for the </a:t>
              </a:r>
              <a:r>
                <a:rPr lang="fr-CH" sz="1000" dirty="0" err="1"/>
                <a:t>analysis</a:t>
              </a:r>
              <a:r>
                <a:rPr lang="fr-CH" sz="1000" dirty="0"/>
                <a:t>, </a:t>
              </a:r>
              <a:r>
                <a:rPr lang="fr-CH" sz="1000" dirty="0" err="1"/>
                <a:t>dependent</a:t>
              </a:r>
              <a:r>
                <a:rPr lang="fr-CH" sz="1000" dirty="0"/>
                <a:t> on the instrument type, instrument configuration and </a:t>
              </a:r>
              <a:r>
                <a:rPr lang="fr-CH" sz="1000" dirty="0" err="1"/>
                <a:t>field</a:t>
              </a:r>
              <a:r>
                <a:rPr lang="fr-CH" sz="1000" dirty="0"/>
                <a:t> </a:t>
              </a:r>
              <a:r>
                <a:rPr lang="fr-CH" sz="1000" dirty="0" err="1"/>
                <a:t>campaign</a:t>
              </a:r>
              <a:r>
                <a:rPr lang="fr-CH" sz="1000" dirty="0"/>
                <a:t>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AD557AA-AAD2-A8B5-3744-763F7C21AB06}"/>
                </a:ext>
              </a:extLst>
            </p:cNvPr>
            <p:cNvSpPr txBox="1"/>
            <p:nvPr/>
          </p:nvSpPr>
          <p:spPr>
            <a:xfrm>
              <a:off x="651986" y="2693898"/>
              <a:ext cx="2146621" cy="224939"/>
            </a:xfrm>
            <a:prstGeom prst="roundRect">
              <a:avLst>
                <a:gd name="adj" fmla="val 42994"/>
              </a:avLst>
            </a:prstGeom>
            <a:solidFill>
              <a:schemeClr val="accent2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fr-CH" sz="1100" b="1" dirty="0" err="1">
                  <a:solidFill>
                    <a:schemeClr val="bg1"/>
                  </a:solidFill>
                </a:rPr>
                <a:t>load_parameters_</a:t>
              </a:r>
              <a:r>
                <a:rPr lang="fr-CH" sz="1100" b="1" i="1" dirty="0" err="1">
                  <a:solidFill>
                    <a:schemeClr val="bg1"/>
                  </a:solidFill>
                </a:rPr>
                <a:t>lakename</a:t>
              </a:r>
              <a:r>
                <a:rPr lang="fr-CH" sz="1100" b="1" dirty="0" err="1">
                  <a:solidFill>
                    <a:schemeClr val="bg1"/>
                  </a:solidFill>
                </a:rPr>
                <a:t>.m</a:t>
              </a:r>
              <a:endParaRPr lang="fr-CH" sz="11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6A4B0A1D-5FBF-5479-7E3B-20BA4A2D1BA3}"/>
              </a:ext>
            </a:extLst>
          </p:cNvPr>
          <p:cNvSpPr/>
          <p:nvPr/>
        </p:nvSpPr>
        <p:spPr>
          <a:xfrm>
            <a:off x="893287" y="829326"/>
            <a:ext cx="1247775" cy="22493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sz="1100" dirty="0"/>
              <a:t>Level0/</a:t>
            </a:r>
            <a:r>
              <a:rPr lang="fr-CH" sz="1100" dirty="0" err="1"/>
              <a:t>VMPxxx.P</a:t>
            </a:r>
            <a:endParaRPr lang="fr-CH" sz="11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751C19-24E3-47EE-2121-CAB66AE05D36}"/>
              </a:ext>
            </a:extLst>
          </p:cNvPr>
          <p:cNvSpPr/>
          <p:nvPr/>
        </p:nvSpPr>
        <p:spPr>
          <a:xfrm>
            <a:off x="110294" y="6533485"/>
            <a:ext cx="2650569" cy="2458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sz="1100" dirty="0"/>
              <a:t>Level2/</a:t>
            </a:r>
            <a:r>
              <a:rPr lang="fr-CH" sz="1100" dirty="0" err="1"/>
              <a:t>VMPxxx</a:t>
            </a:r>
            <a:r>
              <a:rPr lang="fr-CH" sz="1100" dirty="0"/>
              <a:t>_.../</a:t>
            </a:r>
            <a:r>
              <a:rPr lang="fr-CH" sz="1100" dirty="0" err="1"/>
              <a:t>results_VMPxxx.mat</a:t>
            </a:r>
            <a:endParaRPr lang="fr-CH" sz="1100" dirty="0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475933ED-D6E4-A741-4422-CA3FA850547C}"/>
              </a:ext>
            </a:extLst>
          </p:cNvPr>
          <p:cNvSpPr/>
          <p:nvPr/>
        </p:nvSpPr>
        <p:spPr>
          <a:xfrm>
            <a:off x="1371441" y="1143503"/>
            <a:ext cx="200025" cy="436465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96FA0C86-E150-2492-991C-66D2F695857C}"/>
              </a:ext>
            </a:extLst>
          </p:cNvPr>
          <p:cNvSpPr/>
          <p:nvPr/>
        </p:nvSpPr>
        <p:spPr>
          <a:xfrm>
            <a:off x="1335565" y="6248324"/>
            <a:ext cx="235901" cy="254736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4C7D242-C84B-AA16-9859-71494077468F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2401892" y="829327"/>
            <a:ext cx="673802" cy="13478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C87CD93-0983-4950-3582-0760AA31FF39}"/>
              </a:ext>
            </a:extLst>
          </p:cNvPr>
          <p:cNvGrpSpPr/>
          <p:nvPr/>
        </p:nvGrpSpPr>
        <p:grpSpPr>
          <a:xfrm>
            <a:off x="6336629" y="818128"/>
            <a:ext cx="3121696" cy="659636"/>
            <a:chOff x="497281" y="2693898"/>
            <a:chExt cx="3121696" cy="65963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5EB778A-072C-593B-25C4-E52444635971}"/>
                </a:ext>
              </a:extLst>
            </p:cNvPr>
            <p:cNvSpPr txBox="1"/>
            <p:nvPr/>
          </p:nvSpPr>
          <p:spPr>
            <a:xfrm>
              <a:off x="497281" y="2910860"/>
              <a:ext cx="3121696" cy="44267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fr-CH" sz="1000" dirty="0"/>
                <a:t>Copy of </a:t>
              </a:r>
              <a:r>
                <a:rPr lang="fr-CH" sz="1000" dirty="0">
                  <a:solidFill>
                    <a:schemeClr val="accent6"/>
                  </a:solidFill>
                </a:rPr>
                <a:t>odas_p2mat</a:t>
              </a:r>
              <a:r>
                <a:rPr lang="fr-CH" sz="1000" dirty="0"/>
                <a:t> </a:t>
              </a:r>
              <a:r>
                <a:rPr lang="fr-CH" sz="1000" dirty="0" err="1"/>
                <a:t>with</a:t>
              </a:r>
              <a:r>
                <a:rPr lang="fr-CH" sz="1000" dirty="0"/>
                <a:t> printing option: imports data </a:t>
              </a:r>
              <a:r>
                <a:rPr lang="fr-CH" sz="1000" dirty="0" err="1"/>
                <a:t>from</a:t>
              </a:r>
              <a:r>
                <a:rPr lang="fr-CH" sz="1000" dirty="0"/>
                <a:t> .P file.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3A835D6-145E-F8FF-84FA-90A9B7B2B91D}"/>
                </a:ext>
              </a:extLst>
            </p:cNvPr>
            <p:cNvSpPr txBox="1"/>
            <p:nvPr/>
          </p:nvSpPr>
          <p:spPr>
            <a:xfrm>
              <a:off x="651986" y="2693898"/>
              <a:ext cx="2146621" cy="224939"/>
            </a:xfrm>
            <a:prstGeom prst="roundRect">
              <a:avLst>
                <a:gd name="adj" fmla="val 42994"/>
              </a:avLst>
            </a:prstGeom>
            <a:solidFill>
              <a:schemeClr val="accent2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fr-CH" sz="1100" b="1" dirty="0">
                  <a:solidFill>
                    <a:schemeClr val="bg1"/>
                  </a:solidFill>
                </a:rPr>
                <a:t>odas_p2mat_print.m</a:t>
              </a:r>
            </a:p>
          </p:txBody>
        </p:sp>
      </p:grp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B019E69-EA3F-F309-49AA-514E1E0F31D1}"/>
              </a:ext>
            </a:extLst>
          </p:cNvPr>
          <p:cNvSpPr/>
          <p:nvPr/>
        </p:nvSpPr>
        <p:spPr>
          <a:xfrm>
            <a:off x="81720" y="210749"/>
            <a:ext cx="158630" cy="130969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50EA1C-1C30-F12B-C703-9BAD7F0699B9}"/>
              </a:ext>
            </a:extLst>
          </p:cNvPr>
          <p:cNvSpPr txBox="1"/>
          <p:nvPr/>
        </p:nvSpPr>
        <p:spPr>
          <a:xfrm>
            <a:off x="240350" y="153122"/>
            <a:ext cx="13311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Main </a:t>
            </a:r>
            <a:r>
              <a:rPr lang="fr-CH" sz="1000" dirty="0" err="1"/>
              <a:t>analysis</a:t>
            </a:r>
            <a:r>
              <a:rPr lang="fr-CH" sz="1000" dirty="0"/>
              <a:t> script</a:t>
            </a:r>
            <a:endParaRPr lang="en-US" sz="10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8EB0202-1F82-868B-EE36-121F53A72C36}"/>
              </a:ext>
            </a:extLst>
          </p:cNvPr>
          <p:cNvSpPr/>
          <p:nvPr/>
        </p:nvSpPr>
        <p:spPr>
          <a:xfrm>
            <a:off x="81720" y="55261"/>
            <a:ext cx="158630" cy="1309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9AFEB3-F0D3-E66F-F1B1-09F11381F776}"/>
              </a:ext>
            </a:extLst>
          </p:cNvPr>
          <p:cNvSpPr txBox="1"/>
          <p:nvPr/>
        </p:nvSpPr>
        <p:spPr>
          <a:xfrm>
            <a:off x="240350" y="-8926"/>
            <a:ext cx="13311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Data files</a:t>
            </a:r>
            <a:endParaRPr lang="en-US" sz="10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7F8C7D7-1398-C382-84D1-3B52D7B3A63F}"/>
              </a:ext>
            </a:extLst>
          </p:cNvPr>
          <p:cNvSpPr/>
          <p:nvPr/>
        </p:nvSpPr>
        <p:spPr>
          <a:xfrm>
            <a:off x="81720" y="382142"/>
            <a:ext cx="158630" cy="130969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F7EA0B-BAEC-FB0A-D13D-E1D7CA9E939A}"/>
              </a:ext>
            </a:extLst>
          </p:cNvPr>
          <p:cNvSpPr txBox="1"/>
          <p:nvPr/>
        </p:nvSpPr>
        <p:spPr>
          <a:xfrm>
            <a:off x="240349" y="324515"/>
            <a:ext cx="27862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 err="1"/>
              <a:t>Customized</a:t>
            </a:r>
            <a:r>
              <a:rPr lang="fr-CH" sz="1000" dirty="0"/>
              <a:t> scripts in </a:t>
            </a:r>
            <a:r>
              <a:rPr lang="fr-CH" sz="1000" i="1" dirty="0"/>
              <a:t>microstructure</a:t>
            </a:r>
            <a:r>
              <a:rPr lang="fr-CH" sz="1000" dirty="0"/>
              <a:t> folder </a:t>
            </a:r>
            <a:endParaRPr lang="en-US" sz="100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C60DF08-4A36-6544-5884-9DA6815386DA}"/>
              </a:ext>
            </a:extLst>
          </p:cNvPr>
          <p:cNvSpPr/>
          <p:nvPr/>
        </p:nvSpPr>
        <p:spPr>
          <a:xfrm>
            <a:off x="81720" y="553535"/>
            <a:ext cx="158630" cy="130969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6C20EE-D701-297A-4F09-A87C21F423C5}"/>
              </a:ext>
            </a:extLst>
          </p:cNvPr>
          <p:cNvSpPr txBox="1"/>
          <p:nvPr/>
        </p:nvSpPr>
        <p:spPr>
          <a:xfrm>
            <a:off x="240349" y="503415"/>
            <a:ext cx="27862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ODAS scripts</a:t>
            </a:r>
            <a:endParaRPr lang="en-US" sz="10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10BD2C2-1F20-819D-D023-E51105AB53D8}"/>
              </a:ext>
            </a:extLst>
          </p:cNvPr>
          <p:cNvGrpSpPr/>
          <p:nvPr/>
        </p:nvGrpSpPr>
        <p:grpSpPr>
          <a:xfrm>
            <a:off x="6275016" y="144482"/>
            <a:ext cx="2547070" cy="489377"/>
            <a:chOff x="497282" y="2693898"/>
            <a:chExt cx="2547070" cy="489377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F513DE3-4219-A0C6-AEEE-0ADA82C5CF69}"/>
                </a:ext>
              </a:extLst>
            </p:cNvPr>
            <p:cNvSpPr txBox="1"/>
            <p:nvPr/>
          </p:nvSpPr>
          <p:spPr>
            <a:xfrm>
              <a:off x="497282" y="2910860"/>
              <a:ext cx="2547070" cy="272415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fr-CH" sz="1000" dirty="0"/>
                <a:t>Copy of </a:t>
              </a:r>
              <a:r>
                <a:rPr lang="fr-CH" sz="1000" dirty="0" err="1">
                  <a:solidFill>
                    <a:schemeClr val="accent6"/>
                  </a:solidFill>
                </a:rPr>
                <a:t>read_odas</a:t>
              </a:r>
              <a:r>
                <a:rPr lang="fr-CH" sz="1000" dirty="0"/>
                <a:t> </a:t>
              </a:r>
              <a:r>
                <a:rPr lang="fr-CH" sz="1000" dirty="0" err="1"/>
                <a:t>with</a:t>
              </a:r>
              <a:r>
                <a:rPr lang="fr-CH" sz="1000" dirty="0"/>
                <a:t> printing option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E106980-38D6-5805-230B-D69E05F991C9}"/>
                </a:ext>
              </a:extLst>
            </p:cNvPr>
            <p:cNvSpPr txBox="1"/>
            <p:nvPr/>
          </p:nvSpPr>
          <p:spPr>
            <a:xfrm>
              <a:off x="651986" y="2693898"/>
              <a:ext cx="2146621" cy="224939"/>
            </a:xfrm>
            <a:prstGeom prst="roundRect">
              <a:avLst>
                <a:gd name="adj" fmla="val 42994"/>
              </a:avLst>
            </a:prstGeom>
            <a:solidFill>
              <a:schemeClr val="accent2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fr-CH" sz="1100" b="1" dirty="0" err="1">
                  <a:solidFill>
                    <a:schemeClr val="bg1"/>
                  </a:solidFill>
                </a:rPr>
                <a:t>read_odas_print.m</a:t>
              </a:r>
              <a:endParaRPr lang="fr-CH" sz="11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131D00B-7DDC-A7DE-AE58-CB8DE06C6B3B}"/>
              </a:ext>
            </a:extLst>
          </p:cNvPr>
          <p:cNvCxnSpPr>
            <a:cxnSpLocks/>
            <a:stCxn id="38" idx="2"/>
            <a:endCxn id="20" idx="0"/>
          </p:cNvCxnSpPr>
          <p:nvPr/>
        </p:nvCxnSpPr>
        <p:spPr>
          <a:xfrm>
            <a:off x="7548551" y="633859"/>
            <a:ext cx="16094" cy="1842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460F7CD-2D03-6131-478F-CF746D59235B}"/>
              </a:ext>
            </a:extLst>
          </p:cNvPr>
          <p:cNvGrpSpPr/>
          <p:nvPr/>
        </p:nvGrpSpPr>
        <p:grpSpPr>
          <a:xfrm>
            <a:off x="3174843" y="1998516"/>
            <a:ext cx="2423842" cy="1288949"/>
            <a:chOff x="497282" y="2745623"/>
            <a:chExt cx="2423842" cy="1288949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8D2AC63-ED32-3697-A8A4-20CC15B0CB8A}"/>
                </a:ext>
              </a:extLst>
            </p:cNvPr>
            <p:cNvSpPr txBox="1"/>
            <p:nvPr/>
          </p:nvSpPr>
          <p:spPr>
            <a:xfrm>
              <a:off x="497282" y="2910860"/>
              <a:ext cx="2423842" cy="1123712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marL="228600" indent="-228600">
                <a:buFont typeface="+mj-lt"/>
                <a:buAutoNum type="arabicPeriod"/>
              </a:pPr>
              <a:r>
                <a:rPr lang="fr-CH" sz="1000" dirty="0" err="1"/>
                <a:t>Create</a:t>
              </a:r>
              <a:r>
                <a:rPr lang="fr-CH" sz="1000" dirty="0"/>
                <a:t> a copy of the .P data file </a:t>
              </a:r>
              <a:r>
                <a:rPr lang="fr-CH" sz="1000" dirty="0" err="1"/>
                <a:t>with</a:t>
              </a:r>
              <a:r>
                <a:rPr lang="fr-CH" sz="1000" dirty="0"/>
                <a:t> </a:t>
              </a:r>
              <a:r>
                <a:rPr lang="fr-CH" sz="1000" dirty="0" err="1"/>
                <a:t>updated</a:t>
              </a:r>
              <a:r>
                <a:rPr lang="fr-CH" sz="1000" dirty="0"/>
                <a:t> config </a:t>
              </a:r>
              <a:r>
                <a:rPr lang="fr-CH" sz="1000" dirty="0" err="1"/>
                <a:t>parameters</a:t>
              </a:r>
              <a:r>
                <a:rPr lang="fr-CH" sz="1000" dirty="0"/>
                <a:t> (</a:t>
              </a:r>
              <a:r>
                <a:rPr lang="fr-CH" sz="1000" dirty="0" err="1"/>
                <a:t>shear</a:t>
              </a:r>
              <a:r>
                <a:rPr lang="fr-CH" sz="1000" dirty="0"/>
                <a:t> </a:t>
              </a:r>
              <a:r>
                <a:rPr lang="fr-CH" sz="1000" dirty="0" err="1"/>
                <a:t>sensitivities</a:t>
              </a:r>
              <a:r>
                <a:rPr lang="fr-CH" sz="1000" dirty="0"/>
                <a:t> +pressure offset) </a:t>
              </a:r>
              <a:r>
                <a:rPr lang="fr-CH" sz="1000" dirty="0" err="1"/>
                <a:t>from</a:t>
              </a:r>
              <a:r>
                <a:rPr lang="fr-CH" sz="1000" dirty="0"/>
                <a:t> </a:t>
              </a:r>
              <a:r>
                <a:rPr lang="fr-CH" sz="1000" dirty="0" err="1"/>
                <a:t>specified</a:t>
              </a:r>
              <a:r>
                <a:rPr lang="fr-CH" sz="1000" dirty="0"/>
                <a:t> .</a:t>
              </a:r>
              <a:r>
                <a:rPr lang="fr-CH" sz="1000" dirty="0" err="1"/>
                <a:t>cfg</a:t>
              </a:r>
              <a:r>
                <a:rPr lang="fr-CH" sz="1000" dirty="0"/>
                <a:t> file or </a:t>
              </a:r>
              <a:r>
                <a:rPr lang="fr-CH" sz="1000" dirty="0" err="1"/>
                <a:t>from</a:t>
              </a:r>
              <a:r>
                <a:rPr lang="fr-CH" sz="1000" dirty="0"/>
                <a:t> </a:t>
              </a:r>
              <a:r>
                <a:rPr lang="fr-CH" sz="1000" dirty="0" err="1"/>
                <a:t>specified</a:t>
              </a:r>
              <a:r>
                <a:rPr lang="fr-CH" sz="1000" dirty="0"/>
                <a:t> </a:t>
              </a:r>
              <a:r>
                <a:rPr lang="fr-CH" sz="1000" dirty="0" err="1"/>
                <a:t>parameters</a:t>
              </a:r>
              <a:r>
                <a:rPr lang="fr-CH" sz="1000" dirty="0"/>
                <a:t>. </a:t>
              </a:r>
            </a:p>
            <a:p>
              <a:pPr marL="228600" indent="-228600">
                <a:buFont typeface="+mj-lt"/>
                <a:buAutoNum type="arabicPeriod"/>
              </a:pPr>
              <a:r>
                <a:rPr lang="fr-CH" sz="1000" dirty="0"/>
                <a:t>Import the </a:t>
              </a:r>
              <a:r>
                <a:rPr lang="fr-CH" sz="1000" dirty="0" err="1"/>
                <a:t>modified</a:t>
              </a:r>
              <a:r>
                <a:rPr lang="fr-CH" sz="1000" dirty="0"/>
                <a:t> .P file.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084FF60-EA5D-01BC-CD7B-47A4B14C70FE}"/>
                </a:ext>
              </a:extLst>
            </p:cNvPr>
            <p:cNvSpPr txBox="1"/>
            <p:nvPr/>
          </p:nvSpPr>
          <p:spPr>
            <a:xfrm>
              <a:off x="1041945" y="2745623"/>
              <a:ext cx="1379297" cy="230347"/>
            </a:xfrm>
            <a:prstGeom prst="roundRect">
              <a:avLst>
                <a:gd name="adj" fmla="val 42994"/>
              </a:avLst>
            </a:prstGeom>
            <a:solidFill>
              <a:schemeClr val="accent2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fr-CH" sz="1100" b="1" dirty="0" err="1">
                  <a:solidFill>
                    <a:schemeClr val="bg1"/>
                  </a:solidFill>
                </a:rPr>
                <a:t>get_config.m</a:t>
              </a:r>
              <a:endParaRPr lang="fr-CH" sz="11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2AB1A31-24C0-A816-EF37-9E6F81163DC4}"/>
              </a:ext>
            </a:extLst>
          </p:cNvPr>
          <p:cNvCxnSpPr>
            <a:cxnSpLocks/>
            <a:stCxn id="46" idx="1"/>
          </p:cNvCxnSpPr>
          <p:nvPr/>
        </p:nvCxnSpPr>
        <p:spPr>
          <a:xfrm flipH="1">
            <a:off x="2159049" y="2725609"/>
            <a:ext cx="1015794" cy="7007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67F1938-993A-4C52-8F21-02287753154F}"/>
              </a:ext>
            </a:extLst>
          </p:cNvPr>
          <p:cNvGrpSpPr/>
          <p:nvPr/>
        </p:nvGrpSpPr>
        <p:grpSpPr>
          <a:xfrm>
            <a:off x="6347742" y="1493888"/>
            <a:ext cx="2423842" cy="489377"/>
            <a:chOff x="497282" y="2693898"/>
            <a:chExt cx="2423842" cy="489377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8903249-F85D-6F6D-5E78-9E4EEC62E36A}"/>
                </a:ext>
              </a:extLst>
            </p:cNvPr>
            <p:cNvSpPr txBox="1"/>
            <p:nvPr/>
          </p:nvSpPr>
          <p:spPr>
            <a:xfrm>
              <a:off x="497282" y="2910860"/>
              <a:ext cx="2423842" cy="272415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fr-CH" sz="1000" dirty="0" err="1"/>
                <a:t>Extract</a:t>
              </a:r>
              <a:r>
                <a:rPr lang="fr-CH" sz="1000" dirty="0"/>
                <a:t> .</a:t>
              </a:r>
              <a:r>
                <a:rPr lang="fr-CH" sz="1000" dirty="0" err="1"/>
                <a:t>cfg</a:t>
              </a:r>
              <a:r>
                <a:rPr lang="fr-CH" sz="1000" dirty="0"/>
                <a:t> file </a:t>
              </a:r>
              <a:r>
                <a:rPr lang="fr-CH" sz="1000" dirty="0" err="1"/>
                <a:t>from</a:t>
              </a:r>
              <a:r>
                <a:rPr lang="fr-CH" sz="1000" dirty="0"/>
                <a:t> a .P data file.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198B68F-7AEA-4F05-6216-4A2EACF43214}"/>
                </a:ext>
              </a:extLst>
            </p:cNvPr>
            <p:cNvSpPr txBox="1"/>
            <p:nvPr/>
          </p:nvSpPr>
          <p:spPr>
            <a:xfrm>
              <a:off x="651986" y="2693898"/>
              <a:ext cx="2146621" cy="224939"/>
            </a:xfrm>
            <a:prstGeom prst="roundRect">
              <a:avLst>
                <a:gd name="adj" fmla="val 42994"/>
              </a:avLst>
            </a:prstGeom>
            <a:solidFill>
              <a:schemeClr val="accent6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fr-CH" sz="1100" b="1" dirty="0" err="1">
                  <a:solidFill>
                    <a:schemeClr val="bg1"/>
                  </a:solidFill>
                </a:rPr>
                <a:t>extract_setupstr.m</a:t>
              </a:r>
              <a:endParaRPr lang="fr-CH" sz="11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75563D7-1CCC-1825-E656-ADD53C45A27F}"/>
              </a:ext>
            </a:extLst>
          </p:cNvPr>
          <p:cNvCxnSpPr>
            <a:cxnSpLocks/>
            <a:stCxn id="52" idx="1"/>
          </p:cNvCxnSpPr>
          <p:nvPr/>
        </p:nvCxnSpPr>
        <p:spPr>
          <a:xfrm flipH="1">
            <a:off x="5652263" y="1847058"/>
            <a:ext cx="695479" cy="6255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5961070-7C02-9369-487C-317789165DE5}"/>
              </a:ext>
            </a:extLst>
          </p:cNvPr>
          <p:cNvGrpSpPr/>
          <p:nvPr/>
        </p:nvGrpSpPr>
        <p:grpSpPr>
          <a:xfrm>
            <a:off x="6292187" y="2119473"/>
            <a:ext cx="2423842" cy="489377"/>
            <a:chOff x="497282" y="2693898"/>
            <a:chExt cx="2423842" cy="489377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33DD654-921B-A014-3ADE-8321A6BADCB2}"/>
                </a:ext>
              </a:extLst>
            </p:cNvPr>
            <p:cNvSpPr txBox="1"/>
            <p:nvPr/>
          </p:nvSpPr>
          <p:spPr>
            <a:xfrm>
              <a:off x="497282" y="2910860"/>
              <a:ext cx="2423842" cy="272415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fr-CH" sz="1000" dirty="0"/>
                <a:t>Patch a .</a:t>
              </a:r>
              <a:r>
                <a:rPr lang="fr-CH" sz="1000" dirty="0" err="1"/>
                <a:t>cfg</a:t>
              </a:r>
              <a:r>
                <a:rPr lang="fr-CH" sz="1000" dirty="0"/>
                <a:t> file </a:t>
              </a:r>
              <a:r>
                <a:rPr lang="fr-CH" sz="1000" dirty="0" err="1"/>
                <a:t>into</a:t>
              </a:r>
              <a:r>
                <a:rPr lang="fr-CH" sz="1000" dirty="0"/>
                <a:t> a .P data file.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276C66D-8172-167E-4911-DA6469BC9BD6}"/>
                </a:ext>
              </a:extLst>
            </p:cNvPr>
            <p:cNvSpPr txBox="1"/>
            <p:nvPr/>
          </p:nvSpPr>
          <p:spPr>
            <a:xfrm>
              <a:off x="651986" y="2693898"/>
              <a:ext cx="2146621" cy="224939"/>
            </a:xfrm>
            <a:prstGeom prst="roundRect">
              <a:avLst>
                <a:gd name="adj" fmla="val 42994"/>
              </a:avLst>
            </a:prstGeom>
            <a:solidFill>
              <a:schemeClr val="accent6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fr-CH" sz="1100" b="1" dirty="0" err="1">
                  <a:solidFill>
                    <a:schemeClr val="bg1"/>
                  </a:solidFill>
                </a:rPr>
                <a:t>patch_setupstr.m</a:t>
              </a:r>
              <a:endParaRPr lang="fr-CH" sz="11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1114A1D-2A02-14A7-05D7-EAC865CBB242}"/>
              </a:ext>
            </a:extLst>
          </p:cNvPr>
          <p:cNvCxnSpPr>
            <a:cxnSpLocks/>
            <a:stCxn id="58" idx="1"/>
          </p:cNvCxnSpPr>
          <p:nvPr/>
        </p:nvCxnSpPr>
        <p:spPr>
          <a:xfrm flipH="1">
            <a:off x="5652263" y="2472643"/>
            <a:ext cx="639924" cy="579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E572FC0-FF64-15AB-746F-F352AEC222F0}"/>
              </a:ext>
            </a:extLst>
          </p:cNvPr>
          <p:cNvGrpSpPr/>
          <p:nvPr/>
        </p:nvGrpSpPr>
        <p:grpSpPr>
          <a:xfrm>
            <a:off x="6586568" y="2740262"/>
            <a:ext cx="1780191" cy="460333"/>
            <a:chOff x="497282" y="2722942"/>
            <a:chExt cx="1780191" cy="460333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1047437-2B49-014D-5260-A347549304EA}"/>
                </a:ext>
              </a:extLst>
            </p:cNvPr>
            <p:cNvSpPr txBox="1"/>
            <p:nvPr/>
          </p:nvSpPr>
          <p:spPr>
            <a:xfrm>
              <a:off x="497282" y="2910860"/>
              <a:ext cx="1780191" cy="272415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fr-CH" sz="1000" dirty="0" err="1"/>
                <a:t>Extract</a:t>
              </a:r>
              <a:r>
                <a:rPr lang="fr-CH" sz="1000" dirty="0"/>
                <a:t> the profiling indices. 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B7AC57C-7732-E38D-CB9B-186F37273DBE}"/>
                </a:ext>
              </a:extLst>
            </p:cNvPr>
            <p:cNvSpPr txBox="1"/>
            <p:nvPr/>
          </p:nvSpPr>
          <p:spPr>
            <a:xfrm>
              <a:off x="680336" y="2722942"/>
              <a:ext cx="1384461" cy="224939"/>
            </a:xfrm>
            <a:prstGeom prst="roundRect">
              <a:avLst>
                <a:gd name="adj" fmla="val 42994"/>
              </a:avLst>
            </a:prstGeom>
            <a:solidFill>
              <a:schemeClr val="accent6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fr-CH" sz="1100" b="1" dirty="0" err="1">
                  <a:solidFill>
                    <a:schemeClr val="bg1"/>
                  </a:solidFill>
                </a:rPr>
                <a:t>get_profile.m</a:t>
              </a:r>
              <a:endParaRPr lang="fr-CH" sz="11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DF4218E5-0EE8-7BD3-7176-A9238ACEE3B3}"/>
              </a:ext>
            </a:extLst>
          </p:cNvPr>
          <p:cNvSpPr/>
          <p:nvPr/>
        </p:nvSpPr>
        <p:spPr>
          <a:xfrm>
            <a:off x="2305050" y="1171574"/>
            <a:ext cx="4038600" cy="1943395"/>
          </a:xfrm>
          <a:custGeom>
            <a:avLst/>
            <a:gdLst>
              <a:gd name="csX0" fmla="*/ 3971925 w 3971925"/>
              <a:gd name="csY0" fmla="*/ 0 h 2019300"/>
              <a:gd name="csX1" fmla="*/ 1743075 w 3971925"/>
              <a:gd name="csY1" fmla="*/ 266700 h 2019300"/>
              <a:gd name="csX2" fmla="*/ 0 w 3971925"/>
              <a:gd name="csY2" fmla="*/ 2019300 h 2019300"/>
              <a:gd name="csX0" fmla="*/ 3971925 w 3971925"/>
              <a:gd name="csY0" fmla="*/ 0 h 2019300"/>
              <a:gd name="csX1" fmla="*/ 857250 w 3971925"/>
              <a:gd name="csY1" fmla="*/ 266700 h 2019300"/>
              <a:gd name="csX2" fmla="*/ 0 w 3971925"/>
              <a:gd name="csY2" fmla="*/ 2019300 h 2019300"/>
              <a:gd name="csX0" fmla="*/ 3971925 w 3971925"/>
              <a:gd name="csY0" fmla="*/ 0 h 2019300"/>
              <a:gd name="csX1" fmla="*/ 857250 w 3971925"/>
              <a:gd name="csY1" fmla="*/ 266700 h 2019300"/>
              <a:gd name="csX2" fmla="*/ 0 w 3971925"/>
              <a:gd name="csY2" fmla="*/ 2019300 h 2019300"/>
              <a:gd name="csX0" fmla="*/ 3971925 w 3971925"/>
              <a:gd name="csY0" fmla="*/ 0 h 2019300"/>
              <a:gd name="csX1" fmla="*/ 857250 w 3971925"/>
              <a:gd name="csY1" fmla="*/ 266700 h 2019300"/>
              <a:gd name="csX2" fmla="*/ 0 w 3971925"/>
              <a:gd name="csY2" fmla="*/ 2019300 h 2019300"/>
              <a:gd name="csX0" fmla="*/ 3971925 w 3971925"/>
              <a:gd name="csY0" fmla="*/ 0 h 2019300"/>
              <a:gd name="csX1" fmla="*/ 857250 w 3971925"/>
              <a:gd name="csY1" fmla="*/ 266700 h 2019300"/>
              <a:gd name="csX2" fmla="*/ 0 w 3971925"/>
              <a:gd name="csY2" fmla="*/ 2019300 h 2019300"/>
              <a:gd name="csX0" fmla="*/ 3971925 w 3971925"/>
              <a:gd name="csY0" fmla="*/ 0 h 2019582"/>
              <a:gd name="csX1" fmla="*/ 857250 w 3971925"/>
              <a:gd name="csY1" fmla="*/ 266700 h 2019582"/>
              <a:gd name="csX2" fmla="*/ 0 w 3971925"/>
              <a:gd name="csY2" fmla="*/ 2019300 h 2019582"/>
              <a:gd name="csX0" fmla="*/ 4038600 w 4038600"/>
              <a:gd name="csY0" fmla="*/ 0 h 1943395"/>
              <a:gd name="csX1" fmla="*/ 923925 w 4038600"/>
              <a:gd name="csY1" fmla="*/ 266700 h 1943395"/>
              <a:gd name="csX2" fmla="*/ 0 w 4038600"/>
              <a:gd name="csY2" fmla="*/ 1943100 h 19433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038600" h="1943395">
                <a:moveTo>
                  <a:pt x="4038600" y="0"/>
                </a:moveTo>
                <a:lnTo>
                  <a:pt x="923925" y="266700"/>
                </a:lnTo>
                <a:cubicBezTo>
                  <a:pt x="885825" y="346075"/>
                  <a:pt x="28575" y="1968500"/>
                  <a:pt x="0" y="1943100"/>
                </a:cubicBezTo>
              </a:path>
            </a:pathLst>
          </a:custGeom>
          <a:ln w="19050"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23879FA7-143F-4829-7755-0BDB4E2F81A4}"/>
              </a:ext>
            </a:extLst>
          </p:cNvPr>
          <p:cNvSpPr/>
          <p:nvPr/>
        </p:nvSpPr>
        <p:spPr>
          <a:xfrm>
            <a:off x="1962150" y="3067049"/>
            <a:ext cx="4648200" cy="676275"/>
          </a:xfrm>
          <a:custGeom>
            <a:avLst/>
            <a:gdLst>
              <a:gd name="csX0" fmla="*/ 4343400 w 4343400"/>
              <a:gd name="csY0" fmla="*/ 0 h 647700"/>
              <a:gd name="csX1" fmla="*/ 3343275 w 4343400"/>
              <a:gd name="csY1" fmla="*/ 304800 h 647700"/>
              <a:gd name="csX2" fmla="*/ 0 w 4343400"/>
              <a:gd name="csY2" fmla="*/ 647700 h 647700"/>
              <a:gd name="csX0" fmla="*/ 4667250 w 4667250"/>
              <a:gd name="csY0" fmla="*/ 0 h 904875"/>
              <a:gd name="csX1" fmla="*/ 3343275 w 4667250"/>
              <a:gd name="csY1" fmla="*/ 561975 h 904875"/>
              <a:gd name="csX2" fmla="*/ 0 w 4667250"/>
              <a:gd name="csY2" fmla="*/ 904875 h 904875"/>
              <a:gd name="csX0" fmla="*/ 4657725 w 4657725"/>
              <a:gd name="csY0" fmla="*/ 0 h 876300"/>
              <a:gd name="csX1" fmla="*/ 3343275 w 4657725"/>
              <a:gd name="csY1" fmla="*/ 533400 h 876300"/>
              <a:gd name="csX2" fmla="*/ 0 w 4657725"/>
              <a:gd name="csY2" fmla="*/ 876300 h 876300"/>
              <a:gd name="csX0" fmla="*/ 4648200 w 4648200"/>
              <a:gd name="csY0" fmla="*/ 0 h 676275"/>
              <a:gd name="csX1" fmla="*/ 3333750 w 4648200"/>
              <a:gd name="csY1" fmla="*/ 533400 h 676275"/>
              <a:gd name="csX2" fmla="*/ 0 w 4648200"/>
              <a:gd name="csY2" fmla="*/ 676275 h 676275"/>
              <a:gd name="csX0" fmla="*/ 4648200 w 4648200"/>
              <a:gd name="csY0" fmla="*/ 0 h 676275"/>
              <a:gd name="csX1" fmla="*/ 3305175 w 4648200"/>
              <a:gd name="csY1" fmla="*/ 304800 h 676275"/>
              <a:gd name="csX2" fmla="*/ 0 w 4648200"/>
              <a:gd name="csY2" fmla="*/ 676275 h 6762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648200" h="676275">
                <a:moveTo>
                  <a:pt x="4648200" y="0"/>
                </a:moveTo>
                <a:lnTo>
                  <a:pt x="3305175" y="304800"/>
                </a:lnTo>
                <a:lnTo>
                  <a:pt x="0" y="676275"/>
                </a:lnTo>
              </a:path>
            </a:pathLst>
          </a:custGeom>
          <a:ln w="19050">
            <a:headEnd type="none" w="med" len="med"/>
            <a:tailEnd type="triangl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47FA043-7BF0-A4C7-0A66-6ED27C1CA803}"/>
              </a:ext>
            </a:extLst>
          </p:cNvPr>
          <p:cNvGrpSpPr/>
          <p:nvPr/>
        </p:nvGrpSpPr>
        <p:grpSpPr>
          <a:xfrm>
            <a:off x="3038633" y="3637360"/>
            <a:ext cx="2593046" cy="1000155"/>
            <a:chOff x="328078" y="2693898"/>
            <a:chExt cx="2593046" cy="1000155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435E8486-E2C2-E998-3BB5-74E84B4A5C2D}"/>
                </a:ext>
              </a:extLst>
            </p:cNvPr>
            <p:cNvSpPr txBox="1"/>
            <p:nvPr/>
          </p:nvSpPr>
          <p:spPr>
            <a:xfrm>
              <a:off x="328078" y="2910860"/>
              <a:ext cx="2593046" cy="783193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marL="228600" indent="-228600">
                <a:buFont typeface="+mj-lt"/>
                <a:buAutoNum type="arabicPeriod"/>
              </a:pPr>
              <a:r>
                <a:rPr lang="fr-CH" sz="1000" dirty="0" err="1"/>
                <a:t>Perform</a:t>
              </a:r>
              <a:r>
                <a:rPr lang="fr-CH" sz="1000" dirty="0"/>
                <a:t> FP07 calibration.</a:t>
              </a:r>
            </a:p>
            <a:p>
              <a:pPr marL="228600" indent="-228600">
                <a:buFont typeface="+mj-lt"/>
                <a:buAutoNum type="arabicPeriod"/>
              </a:pPr>
              <a:r>
                <a:rPr lang="fr-CH" sz="1000" dirty="0"/>
                <a:t>Patch the </a:t>
              </a:r>
              <a:r>
                <a:rPr lang="fr-CH" sz="1000" dirty="0" err="1"/>
                <a:t>modified</a:t>
              </a:r>
              <a:r>
                <a:rPr lang="fr-CH" sz="1000" dirty="0"/>
                <a:t> .</a:t>
              </a:r>
              <a:r>
                <a:rPr lang="fr-CH" sz="1000" dirty="0" err="1"/>
                <a:t>cfg</a:t>
              </a:r>
              <a:r>
                <a:rPr lang="fr-CH" sz="1000" dirty="0"/>
                <a:t> file to the .P file.</a:t>
              </a:r>
            </a:p>
            <a:p>
              <a:pPr marL="228600" indent="-228600">
                <a:buFont typeface="+mj-lt"/>
                <a:buAutoNum type="arabicPeriod"/>
              </a:pPr>
              <a:r>
                <a:rPr lang="fr-CH" sz="1000" dirty="0"/>
                <a:t>Import the </a:t>
              </a:r>
              <a:r>
                <a:rPr lang="fr-CH" sz="1000" dirty="0" err="1"/>
                <a:t>calibrated</a:t>
              </a:r>
              <a:r>
                <a:rPr lang="fr-CH" sz="1000" dirty="0"/>
                <a:t> .P file.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C0DEBB04-A887-0BB7-681B-03E6A799A185}"/>
                </a:ext>
              </a:extLst>
            </p:cNvPr>
            <p:cNvSpPr txBox="1"/>
            <p:nvPr/>
          </p:nvSpPr>
          <p:spPr>
            <a:xfrm>
              <a:off x="651986" y="2693898"/>
              <a:ext cx="2146621" cy="224939"/>
            </a:xfrm>
            <a:prstGeom prst="roundRect">
              <a:avLst>
                <a:gd name="adj" fmla="val 42994"/>
              </a:avLst>
            </a:prstGeom>
            <a:solidFill>
              <a:schemeClr val="accent2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fr-CH" sz="1100" b="1" dirty="0">
                  <a:solidFill>
                    <a:schemeClr val="bg1"/>
                  </a:solidFill>
                </a:rPr>
                <a:t>run_calibration_FP07.m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E4A7C405-2591-8373-8B3F-E64791EE0038}"/>
              </a:ext>
            </a:extLst>
          </p:cNvPr>
          <p:cNvGrpSpPr/>
          <p:nvPr/>
        </p:nvGrpSpPr>
        <p:grpSpPr>
          <a:xfrm>
            <a:off x="6491334" y="3273850"/>
            <a:ext cx="2423842" cy="1000155"/>
            <a:chOff x="497282" y="2693898"/>
            <a:chExt cx="2423842" cy="1000155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7FE127A3-9840-EF15-597F-D8AE06347BDF}"/>
                </a:ext>
              </a:extLst>
            </p:cNvPr>
            <p:cNvSpPr txBox="1"/>
            <p:nvPr/>
          </p:nvSpPr>
          <p:spPr>
            <a:xfrm>
              <a:off x="497282" y="2910860"/>
              <a:ext cx="2423842" cy="783193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fr-CH" sz="1000" dirty="0" err="1"/>
                <a:t>Modified</a:t>
              </a:r>
              <a:r>
                <a:rPr lang="fr-CH" sz="1000" dirty="0"/>
                <a:t> version of </a:t>
              </a:r>
              <a:r>
                <a:rPr lang="fr-CH" sz="1000" dirty="0">
                  <a:solidFill>
                    <a:schemeClr val="accent6"/>
                  </a:solidFill>
                </a:rPr>
                <a:t>cal_FP07_in_situ: </a:t>
              </a:r>
              <a:r>
                <a:rPr lang="fr-CH" sz="1000" dirty="0"/>
                <a:t>uses </a:t>
              </a:r>
              <a:r>
                <a:rPr lang="fr-CH" sz="1000" dirty="0" err="1"/>
                <a:t>temperature</a:t>
              </a:r>
              <a:r>
                <a:rPr lang="fr-CH" sz="1000" dirty="0"/>
                <a:t> </a:t>
              </a:r>
              <a:r>
                <a:rPr lang="fr-CH" sz="1000" dirty="0" err="1"/>
                <a:t>from</a:t>
              </a:r>
              <a:r>
                <a:rPr lang="fr-CH" sz="1000" dirty="0"/>
                <a:t> CTD to correct </a:t>
              </a:r>
              <a:r>
                <a:rPr lang="fr-CH" sz="1000" dirty="0" err="1"/>
                <a:t>temperature</a:t>
              </a:r>
              <a:r>
                <a:rPr lang="fr-CH" sz="1000" dirty="0"/>
                <a:t> </a:t>
              </a:r>
              <a:r>
                <a:rPr lang="fr-CH" sz="1000" dirty="0" err="1"/>
                <a:t>from</a:t>
              </a:r>
              <a:r>
                <a:rPr lang="fr-CH" sz="1000" dirty="0"/>
                <a:t> FP07 and </a:t>
              </a:r>
              <a:r>
                <a:rPr lang="fr-CH" sz="1000" dirty="0" err="1"/>
                <a:t>save</a:t>
              </a:r>
              <a:r>
                <a:rPr lang="fr-CH" sz="1000" dirty="0"/>
                <a:t> calibration </a:t>
              </a:r>
              <a:r>
                <a:rPr lang="fr-CH" sz="1000" dirty="0" err="1"/>
                <a:t>parameters</a:t>
              </a:r>
              <a:r>
                <a:rPr lang="fr-CH" sz="1000" dirty="0"/>
                <a:t> to .</a:t>
              </a:r>
              <a:r>
                <a:rPr lang="fr-CH" sz="1000" dirty="0" err="1"/>
                <a:t>cfg</a:t>
              </a:r>
              <a:r>
                <a:rPr lang="fr-CH" sz="1000" dirty="0"/>
                <a:t> file.</a:t>
              </a:r>
              <a:endParaRPr lang="fr-CH" sz="1000" dirty="0">
                <a:solidFill>
                  <a:schemeClr val="accent6"/>
                </a:solidFill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A5CF88AA-D7CB-9F68-0EF9-26B8E8734440}"/>
                </a:ext>
              </a:extLst>
            </p:cNvPr>
            <p:cNvSpPr txBox="1"/>
            <p:nvPr/>
          </p:nvSpPr>
          <p:spPr>
            <a:xfrm>
              <a:off x="651986" y="2693898"/>
              <a:ext cx="2146621" cy="224939"/>
            </a:xfrm>
            <a:prstGeom prst="roundRect">
              <a:avLst>
                <a:gd name="adj" fmla="val 42994"/>
              </a:avLst>
            </a:prstGeom>
            <a:solidFill>
              <a:schemeClr val="accent2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fr-CH" sz="1100" b="1" dirty="0">
                  <a:solidFill>
                    <a:schemeClr val="bg1"/>
                  </a:solidFill>
                </a:rPr>
                <a:t>cal_FP07_in_situ_EPFL.m</a:t>
              </a:r>
            </a:p>
          </p:txBody>
        </p:sp>
      </p:grp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8695880-27DE-A06F-556E-629F619602A9}"/>
              </a:ext>
            </a:extLst>
          </p:cNvPr>
          <p:cNvCxnSpPr>
            <a:cxnSpLocks/>
            <a:stCxn id="96" idx="1"/>
          </p:cNvCxnSpPr>
          <p:nvPr/>
        </p:nvCxnSpPr>
        <p:spPr>
          <a:xfrm flipH="1">
            <a:off x="5243845" y="3882409"/>
            <a:ext cx="1247489" cy="1104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BEDF406C-639E-116B-195B-0268C527EE5E}"/>
              </a:ext>
            </a:extLst>
          </p:cNvPr>
          <p:cNvSpPr/>
          <p:nvPr/>
        </p:nvSpPr>
        <p:spPr>
          <a:xfrm>
            <a:off x="5162550" y="1485900"/>
            <a:ext cx="3819525" cy="1619250"/>
          </a:xfrm>
          <a:custGeom>
            <a:avLst/>
            <a:gdLst>
              <a:gd name="csX0" fmla="*/ 3819525 w 3819525"/>
              <a:gd name="csY0" fmla="*/ 0 h 1619250"/>
              <a:gd name="csX1" fmla="*/ 3819525 w 3819525"/>
              <a:gd name="csY1" fmla="*/ 1200150 h 1619250"/>
              <a:gd name="csX2" fmla="*/ 923925 w 3819525"/>
              <a:gd name="csY2" fmla="*/ 1200150 h 1619250"/>
              <a:gd name="csX3" fmla="*/ 0 w 3819525"/>
              <a:gd name="csY3" fmla="*/ 1619250 h 16192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819525" h="1619250">
                <a:moveTo>
                  <a:pt x="3819525" y="0"/>
                </a:moveTo>
                <a:lnTo>
                  <a:pt x="3819525" y="1200150"/>
                </a:lnTo>
                <a:lnTo>
                  <a:pt x="923925" y="1200150"/>
                </a:lnTo>
                <a:lnTo>
                  <a:pt x="0" y="1619250"/>
                </a:lnTo>
              </a:path>
            </a:pathLst>
          </a:custGeom>
          <a:ln w="19050"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Freeform: Shape 111">
            <a:extLst>
              <a:ext uri="{FF2B5EF4-FFF2-40B4-BE49-F238E27FC236}">
                <a16:creationId xmlns:a16="http://schemas.microsoft.com/office/drawing/2014/main" id="{05626CE8-9325-5855-BF4B-03E709E93AE0}"/>
              </a:ext>
            </a:extLst>
          </p:cNvPr>
          <p:cNvSpPr/>
          <p:nvPr/>
        </p:nvSpPr>
        <p:spPr>
          <a:xfrm>
            <a:off x="5314951" y="1495425"/>
            <a:ext cx="4029075" cy="3076575"/>
          </a:xfrm>
          <a:custGeom>
            <a:avLst/>
            <a:gdLst>
              <a:gd name="csX0" fmla="*/ 3990975 w 3990975"/>
              <a:gd name="csY0" fmla="*/ 0 h 3333750"/>
              <a:gd name="csX1" fmla="*/ 3990975 w 3990975"/>
              <a:gd name="csY1" fmla="*/ 3333750 h 3333750"/>
              <a:gd name="csX2" fmla="*/ 0 w 3990975"/>
              <a:gd name="csY2" fmla="*/ 3333750 h 3333750"/>
              <a:gd name="csX0" fmla="*/ 3990975 w 4248150"/>
              <a:gd name="csY0" fmla="*/ 0 h 3333750"/>
              <a:gd name="csX1" fmla="*/ 4248150 w 4248150"/>
              <a:gd name="csY1" fmla="*/ 3324225 h 3333750"/>
              <a:gd name="csX2" fmla="*/ 0 w 4248150"/>
              <a:gd name="csY2" fmla="*/ 3333750 h 3333750"/>
              <a:gd name="csX0" fmla="*/ 4276725 w 4276725"/>
              <a:gd name="csY0" fmla="*/ 0 h 3324225"/>
              <a:gd name="csX1" fmla="*/ 4248150 w 4276725"/>
              <a:gd name="csY1" fmla="*/ 3314700 h 3324225"/>
              <a:gd name="csX2" fmla="*/ 0 w 4276725"/>
              <a:gd name="csY2" fmla="*/ 3324225 h 3324225"/>
              <a:gd name="csX0" fmla="*/ 4276725 w 4276725"/>
              <a:gd name="csY0" fmla="*/ 0 h 3324225"/>
              <a:gd name="csX1" fmla="*/ 4257675 w 4276725"/>
              <a:gd name="csY1" fmla="*/ 2971800 h 3324225"/>
              <a:gd name="csX2" fmla="*/ 0 w 4276725"/>
              <a:gd name="csY2" fmla="*/ 3324225 h 3324225"/>
              <a:gd name="csX0" fmla="*/ 4029075 w 4029075"/>
              <a:gd name="csY0" fmla="*/ 0 h 3057525"/>
              <a:gd name="csX1" fmla="*/ 4010025 w 4029075"/>
              <a:gd name="csY1" fmla="*/ 2971800 h 3057525"/>
              <a:gd name="csX2" fmla="*/ 0 w 4029075"/>
              <a:gd name="csY2" fmla="*/ 3057525 h 3057525"/>
              <a:gd name="csX0" fmla="*/ 4029075 w 4029075"/>
              <a:gd name="csY0" fmla="*/ 0 h 3076575"/>
              <a:gd name="csX1" fmla="*/ 4010025 w 4029075"/>
              <a:gd name="csY1" fmla="*/ 3076575 h 3076575"/>
              <a:gd name="csX2" fmla="*/ 0 w 4029075"/>
              <a:gd name="csY2" fmla="*/ 3057525 h 30765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029075" h="3076575">
                <a:moveTo>
                  <a:pt x="4029075" y="0"/>
                </a:moveTo>
                <a:lnTo>
                  <a:pt x="4010025" y="3076575"/>
                </a:lnTo>
                <a:lnTo>
                  <a:pt x="0" y="3057525"/>
                </a:lnTo>
              </a:path>
            </a:pathLst>
          </a:custGeom>
          <a:ln w="19050"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Freeform: Shape 112">
            <a:extLst>
              <a:ext uri="{FF2B5EF4-FFF2-40B4-BE49-F238E27FC236}">
                <a16:creationId xmlns:a16="http://schemas.microsoft.com/office/drawing/2014/main" id="{D5E597FC-A636-FD73-91DA-ED150A50345E}"/>
              </a:ext>
            </a:extLst>
          </p:cNvPr>
          <p:cNvSpPr/>
          <p:nvPr/>
        </p:nvSpPr>
        <p:spPr>
          <a:xfrm>
            <a:off x="5305425" y="2466975"/>
            <a:ext cx="3886200" cy="1895475"/>
          </a:xfrm>
          <a:custGeom>
            <a:avLst/>
            <a:gdLst>
              <a:gd name="csX0" fmla="*/ 3476625 w 3943350"/>
              <a:gd name="csY0" fmla="*/ 0 h 2181225"/>
              <a:gd name="csX1" fmla="*/ 3943350 w 3943350"/>
              <a:gd name="csY1" fmla="*/ 0 h 2181225"/>
              <a:gd name="csX2" fmla="*/ 3943350 w 3943350"/>
              <a:gd name="csY2" fmla="*/ 2181225 h 2181225"/>
              <a:gd name="csX3" fmla="*/ 0 w 3943350"/>
              <a:gd name="csY3" fmla="*/ 2181225 h 2181225"/>
              <a:gd name="csX0" fmla="*/ 3476625 w 3943350"/>
              <a:gd name="csY0" fmla="*/ 0 h 2181225"/>
              <a:gd name="csX1" fmla="*/ 3943350 w 3943350"/>
              <a:gd name="csY1" fmla="*/ 0 h 2181225"/>
              <a:gd name="csX2" fmla="*/ 3933825 w 3943350"/>
              <a:gd name="csY2" fmla="*/ 1895475 h 2181225"/>
              <a:gd name="csX3" fmla="*/ 0 w 3943350"/>
              <a:gd name="csY3" fmla="*/ 2181225 h 2181225"/>
              <a:gd name="csX0" fmla="*/ 3419475 w 3886200"/>
              <a:gd name="csY0" fmla="*/ 0 h 1895475"/>
              <a:gd name="csX1" fmla="*/ 3886200 w 3886200"/>
              <a:gd name="csY1" fmla="*/ 0 h 1895475"/>
              <a:gd name="csX2" fmla="*/ 3876675 w 3886200"/>
              <a:gd name="csY2" fmla="*/ 1895475 h 1895475"/>
              <a:gd name="csX3" fmla="*/ 0 w 3886200"/>
              <a:gd name="csY3" fmla="*/ 1895475 h 1895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886200" h="1895475">
                <a:moveTo>
                  <a:pt x="3419475" y="0"/>
                </a:moveTo>
                <a:lnTo>
                  <a:pt x="3886200" y="0"/>
                </a:lnTo>
                <a:lnTo>
                  <a:pt x="3876675" y="1895475"/>
                </a:lnTo>
                <a:lnTo>
                  <a:pt x="0" y="1895475"/>
                </a:lnTo>
              </a:path>
            </a:pathLst>
          </a:custGeom>
          <a:ln w="19050">
            <a:headEnd type="none" w="med" len="med"/>
            <a:tailEnd type="triangl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B8A56E29-D85B-B5B9-F78E-CC597E195834}"/>
              </a:ext>
            </a:extLst>
          </p:cNvPr>
          <p:cNvGrpSpPr/>
          <p:nvPr/>
        </p:nvGrpSpPr>
        <p:grpSpPr>
          <a:xfrm>
            <a:off x="2936055" y="4737628"/>
            <a:ext cx="3271594" cy="469563"/>
            <a:chOff x="497282" y="2713712"/>
            <a:chExt cx="3271594" cy="469563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C400027A-1A68-3803-D627-AF613286584D}"/>
                </a:ext>
              </a:extLst>
            </p:cNvPr>
            <p:cNvSpPr txBox="1"/>
            <p:nvPr/>
          </p:nvSpPr>
          <p:spPr>
            <a:xfrm>
              <a:off x="497282" y="2910860"/>
              <a:ext cx="3271594" cy="272415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fr-CH" sz="1000" dirty="0"/>
                <a:t>Runs basic turbulence </a:t>
              </a:r>
              <a:r>
                <a:rPr lang="fr-CH" sz="1000" dirty="0" err="1"/>
                <a:t>analysis</a:t>
              </a:r>
              <a:r>
                <a:rPr lang="fr-CH" sz="1000" dirty="0"/>
                <a:t> </a:t>
              </a:r>
              <a:r>
                <a:rPr lang="fr-CH" sz="1000" dirty="0" err="1"/>
                <a:t>from</a:t>
              </a:r>
              <a:r>
                <a:rPr lang="fr-CH" sz="1000" dirty="0"/>
                <a:t> </a:t>
              </a:r>
              <a:r>
                <a:rPr lang="fr-CH" sz="1000" dirty="0" err="1"/>
                <a:t>shear</a:t>
              </a:r>
              <a:r>
                <a:rPr lang="fr-CH" sz="1000" dirty="0"/>
                <a:t> probes.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09B1433C-1A1E-BFFE-4EAA-880B30D2FBBE}"/>
                </a:ext>
              </a:extLst>
            </p:cNvPr>
            <p:cNvSpPr txBox="1"/>
            <p:nvPr/>
          </p:nvSpPr>
          <p:spPr>
            <a:xfrm>
              <a:off x="1440848" y="2713712"/>
              <a:ext cx="1384461" cy="224939"/>
            </a:xfrm>
            <a:prstGeom prst="roundRect">
              <a:avLst>
                <a:gd name="adj" fmla="val 42994"/>
              </a:avLst>
            </a:prstGeom>
            <a:solidFill>
              <a:schemeClr val="accent6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fr-CH" sz="1100" b="1" dirty="0" err="1">
                  <a:solidFill>
                    <a:schemeClr val="bg1"/>
                  </a:solidFill>
                </a:rPr>
                <a:t>quick_look.m</a:t>
              </a:r>
              <a:endParaRPr lang="fr-CH" sz="11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EC667F11-D14D-EBFE-CE5D-69CAA9A34355}"/>
              </a:ext>
            </a:extLst>
          </p:cNvPr>
          <p:cNvCxnSpPr>
            <a:cxnSpLocks/>
            <a:stCxn id="93" idx="1"/>
          </p:cNvCxnSpPr>
          <p:nvPr/>
        </p:nvCxnSpPr>
        <p:spPr>
          <a:xfrm flipH="1" flipV="1">
            <a:off x="1917829" y="4017022"/>
            <a:ext cx="1120804" cy="2288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59EA6764-2ADA-C93F-1B05-1B696068ABDB}"/>
              </a:ext>
            </a:extLst>
          </p:cNvPr>
          <p:cNvCxnSpPr>
            <a:cxnSpLocks/>
            <a:stCxn id="115" idx="1"/>
          </p:cNvCxnSpPr>
          <p:nvPr/>
        </p:nvCxnSpPr>
        <p:spPr>
          <a:xfrm flipH="1" flipV="1">
            <a:off x="2178978" y="4443067"/>
            <a:ext cx="757077" cy="6279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39346983-572A-593C-2659-B3E62BD5E91F}"/>
              </a:ext>
            </a:extLst>
          </p:cNvPr>
          <p:cNvGrpSpPr/>
          <p:nvPr/>
        </p:nvGrpSpPr>
        <p:grpSpPr>
          <a:xfrm>
            <a:off x="6397588" y="4958953"/>
            <a:ext cx="3254877" cy="659636"/>
            <a:chOff x="328077" y="2693898"/>
            <a:chExt cx="3254877" cy="659636"/>
          </a:xfrm>
        </p:grpSpPr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795D4652-17CF-E56D-99DD-783B0083967E}"/>
                </a:ext>
              </a:extLst>
            </p:cNvPr>
            <p:cNvSpPr txBox="1"/>
            <p:nvPr/>
          </p:nvSpPr>
          <p:spPr>
            <a:xfrm>
              <a:off x="328077" y="2910860"/>
              <a:ext cx="3254877" cy="44267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Computes corrected conductivity, salinity and density for a given lake.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68ED12C7-895C-4184-DD2E-0B8DCC9969F9}"/>
                </a:ext>
              </a:extLst>
            </p:cNvPr>
            <p:cNvSpPr txBox="1"/>
            <p:nvPr/>
          </p:nvSpPr>
          <p:spPr>
            <a:xfrm>
              <a:off x="651986" y="2693898"/>
              <a:ext cx="2146621" cy="224939"/>
            </a:xfrm>
            <a:prstGeom prst="roundRect">
              <a:avLst>
                <a:gd name="adj" fmla="val 42994"/>
              </a:avLst>
            </a:prstGeom>
            <a:solidFill>
              <a:schemeClr val="accent2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fr-CH" sz="1100" b="1" dirty="0" err="1">
                  <a:solidFill>
                    <a:schemeClr val="bg1"/>
                  </a:solidFill>
                </a:rPr>
                <a:t>compute_rho_salinity.m</a:t>
              </a:r>
              <a:endParaRPr lang="fr-CH" sz="11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F6BA9956-CEDE-C86E-81C8-E3E34A8E3264}"/>
              </a:ext>
            </a:extLst>
          </p:cNvPr>
          <p:cNvGrpSpPr/>
          <p:nvPr/>
        </p:nvGrpSpPr>
        <p:grpSpPr>
          <a:xfrm>
            <a:off x="3075693" y="5426922"/>
            <a:ext cx="4057650" cy="488823"/>
            <a:chOff x="328076" y="2694452"/>
            <a:chExt cx="4057650" cy="488823"/>
          </a:xfrm>
        </p:grpSpPr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AB700931-554A-F9AA-EF21-50109E38B6CA}"/>
                </a:ext>
              </a:extLst>
            </p:cNvPr>
            <p:cNvSpPr txBox="1"/>
            <p:nvPr/>
          </p:nvSpPr>
          <p:spPr>
            <a:xfrm>
              <a:off x="328076" y="2910860"/>
              <a:ext cx="4057650" cy="272415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Computes pressure with respect to atmospheric pressure and depth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21498CE7-4459-8564-E3F9-AE4A7A233DEA}"/>
                </a:ext>
              </a:extLst>
            </p:cNvPr>
            <p:cNvSpPr txBox="1"/>
            <p:nvPr/>
          </p:nvSpPr>
          <p:spPr>
            <a:xfrm>
              <a:off x="961667" y="2694452"/>
              <a:ext cx="2146621" cy="224939"/>
            </a:xfrm>
            <a:prstGeom prst="roundRect">
              <a:avLst>
                <a:gd name="adj" fmla="val 42994"/>
              </a:avLst>
            </a:prstGeom>
            <a:solidFill>
              <a:schemeClr val="accent2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fr-CH" sz="1100" b="1" dirty="0" err="1">
                  <a:solidFill>
                    <a:schemeClr val="bg1"/>
                  </a:solidFill>
                </a:rPr>
                <a:t>correct_pressure.m</a:t>
              </a:r>
              <a:endParaRPr lang="fr-CH" sz="11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41" name="Freeform: Shape 140">
            <a:extLst>
              <a:ext uri="{FF2B5EF4-FFF2-40B4-BE49-F238E27FC236}">
                <a16:creationId xmlns:a16="http://schemas.microsoft.com/office/drawing/2014/main" id="{D2F21A8B-9915-D34A-5429-DD5E4660DEDE}"/>
              </a:ext>
            </a:extLst>
          </p:cNvPr>
          <p:cNvSpPr/>
          <p:nvPr/>
        </p:nvSpPr>
        <p:spPr>
          <a:xfrm>
            <a:off x="2343151" y="5191125"/>
            <a:ext cx="4057650" cy="123825"/>
          </a:xfrm>
          <a:custGeom>
            <a:avLst/>
            <a:gdLst>
              <a:gd name="csX0" fmla="*/ 4295775 w 4295775"/>
              <a:gd name="csY0" fmla="*/ 0 h 209550"/>
              <a:gd name="csX1" fmla="*/ 4038600 w 4295775"/>
              <a:gd name="csY1" fmla="*/ 209550 h 209550"/>
              <a:gd name="csX2" fmla="*/ 685800 w 4295775"/>
              <a:gd name="csY2" fmla="*/ 190500 h 209550"/>
              <a:gd name="csX3" fmla="*/ 0 w 4295775"/>
              <a:gd name="csY3" fmla="*/ 19050 h 209550"/>
              <a:gd name="csX0" fmla="*/ 4038600 w 4038600"/>
              <a:gd name="csY0" fmla="*/ 190500 h 190500"/>
              <a:gd name="csX1" fmla="*/ 685800 w 4038600"/>
              <a:gd name="csY1" fmla="*/ 171450 h 190500"/>
              <a:gd name="csX2" fmla="*/ 0 w 4038600"/>
              <a:gd name="csY2" fmla="*/ 0 h 190500"/>
              <a:gd name="csX0" fmla="*/ 4257675 w 4257675"/>
              <a:gd name="csY0" fmla="*/ 219075 h 219075"/>
              <a:gd name="csX1" fmla="*/ 685800 w 4257675"/>
              <a:gd name="csY1" fmla="*/ 171450 h 219075"/>
              <a:gd name="csX2" fmla="*/ 0 w 4257675"/>
              <a:gd name="csY2" fmla="*/ 0 h 219075"/>
              <a:gd name="csX0" fmla="*/ 4124325 w 4124325"/>
              <a:gd name="csY0" fmla="*/ 161925 h 161925"/>
              <a:gd name="csX1" fmla="*/ 552450 w 4124325"/>
              <a:gd name="csY1" fmla="*/ 114300 h 161925"/>
              <a:gd name="csX2" fmla="*/ 0 w 4124325"/>
              <a:gd name="csY2" fmla="*/ 0 h 161925"/>
              <a:gd name="csX0" fmla="*/ 4124325 w 4124325"/>
              <a:gd name="csY0" fmla="*/ 104775 h 104775"/>
              <a:gd name="csX1" fmla="*/ 552450 w 4124325"/>
              <a:gd name="csY1" fmla="*/ 57150 h 104775"/>
              <a:gd name="csX2" fmla="*/ 0 w 4124325"/>
              <a:gd name="csY2" fmla="*/ 0 h 104775"/>
              <a:gd name="csX0" fmla="*/ 4057650 w 4057650"/>
              <a:gd name="csY0" fmla="*/ 123825 h 123825"/>
              <a:gd name="csX1" fmla="*/ 485775 w 4057650"/>
              <a:gd name="csY1" fmla="*/ 76200 h 123825"/>
              <a:gd name="csX2" fmla="*/ 0 w 4057650"/>
              <a:gd name="csY2" fmla="*/ 0 h 123825"/>
              <a:gd name="csX0" fmla="*/ 4057650 w 4057650"/>
              <a:gd name="csY0" fmla="*/ 123825 h 123825"/>
              <a:gd name="csX1" fmla="*/ 485775 w 4057650"/>
              <a:gd name="csY1" fmla="*/ 76200 h 123825"/>
              <a:gd name="csX2" fmla="*/ 0 w 4057650"/>
              <a:gd name="csY2" fmla="*/ 0 h 123825"/>
              <a:gd name="csX0" fmla="*/ 4057650 w 4057650"/>
              <a:gd name="csY0" fmla="*/ 123825 h 123825"/>
              <a:gd name="csX1" fmla="*/ 485775 w 4057650"/>
              <a:gd name="csY1" fmla="*/ 76200 h 123825"/>
              <a:gd name="csX2" fmla="*/ 0 w 4057650"/>
              <a:gd name="csY2" fmla="*/ 0 h 1238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057650" h="123825">
                <a:moveTo>
                  <a:pt x="4057650" y="123825"/>
                </a:moveTo>
                <a:lnTo>
                  <a:pt x="485775" y="76200"/>
                </a:lnTo>
                <a:cubicBezTo>
                  <a:pt x="409575" y="95250"/>
                  <a:pt x="76200" y="28575"/>
                  <a:pt x="0" y="0"/>
                </a:cubicBezTo>
              </a:path>
            </a:pathLst>
          </a:custGeom>
          <a:ln w="19050"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B3DC7DCD-9EC3-F97B-764D-F8E432E16FAF}"/>
              </a:ext>
            </a:extLst>
          </p:cNvPr>
          <p:cNvCxnSpPr>
            <a:cxnSpLocks/>
          </p:cNvCxnSpPr>
          <p:nvPr/>
        </p:nvCxnSpPr>
        <p:spPr>
          <a:xfrm flipH="1" flipV="1">
            <a:off x="2478231" y="5578585"/>
            <a:ext cx="604723" cy="1530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2CCDF439-DE8F-DAB6-9DF6-BB041D33F199}"/>
              </a:ext>
            </a:extLst>
          </p:cNvPr>
          <p:cNvGrpSpPr/>
          <p:nvPr/>
        </p:nvGrpSpPr>
        <p:grpSpPr>
          <a:xfrm>
            <a:off x="3217035" y="6079749"/>
            <a:ext cx="3454024" cy="659082"/>
            <a:chOff x="328077" y="2694452"/>
            <a:chExt cx="3454024" cy="659082"/>
          </a:xfrm>
        </p:grpSpPr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48BE0FEB-ED73-E8A1-F161-B0C643DD7180}"/>
                </a:ext>
              </a:extLst>
            </p:cNvPr>
            <p:cNvSpPr txBox="1"/>
            <p:nvPr/>
          </p:nvSpPr>
          <p:spPr>
            <a:xfrm>
              <a:off x="328077" y="2910860"/>
              <a:ext cx="3454024" cy="44267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Computes turbulence estimates from shear probes and FP07 based on </a:t>
              </a:r>
              <a:r>
                <a:rPr lang="en-US" sz="1000" dirty="0" err="1"/>
                <a:t>Piccolroaz</a:t>
              </a:r>
              <a:r>
                <a:rPr lang="en-US" sz="1000" dirty="0"/>
                <a:t> et al. (2021).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0D57E5BF-1528-305F-E5CA-5DAC20085351}"/>
                </a:ext>
              </a:extLst>
            </p:cNvPr>
            <p:cNvSpPr txBox="1"/>
            <p:nvPr/>
          </p:nvSpPr>
          <p:spPr>
            <a:xfrm>
              <a:off x="961667" y="2694452"/>
              <a:ext cx="2146621" cy="224939"/>
            </a:xfrm>
            <a:prstGeom prst="roundRect">
              <a:avLst>
                <a:gd name="adj" fmla="val 42994"/>
              </a:avLst>
            </a:prstGeom>
            <a:solidFill>
              <a:schemeClr val="accent2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fr-CH" sz="1100" b="1" dirty="0" err="1">
                  <a:solidFill>
                    <a:schemeClr val="bg1"/>
                  </a:solidFill>
                </a:rPr>
                <a:t>resolve_turbulence.m</a:t>
              </a:r>
              <a:endParaRPr lang="fr-CH" sz="11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9C487280-C555-D7C7-5663-C60288CC36F7}"/>
              </a:ext>
            </a:extLst>
          </p:cNvPr>
          <p:cNvCxnSpPr>
            <a:cxnSpLocks/>
            <a:stCxn id="145" idx="1"/>
          </p:cNvCxnSpPr>
          <p:nvPr/>
        </p:nvCxnSpPr>
        <p:spPr>
          <a:xfrm flipH="1" flipV="1">
            <a:off x="2478231" y="5650608"/>
            <a:ext cx="738804" cy="866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3552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DFA5062-4E0B-ACB3-BC6F-1299CF2E691C}"/>
              </a:ext>
            </a:extLst>
          </p:cNvPr>
          <p:cNvGrpSpPr/>
          <p:nvPr/>
        </p:nvGrpSpPr>
        <p:grpSpPr>
          <a:xfrm>
            <a:off x="349640" y="852928"/>
            <a:ext cx="2337119" cy="415223"/>
            <a:chOff x="651987" y="2685369"/>
            <a:chExt cx="2337119" cy="37915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8C8C82F-9E45-B47D-E851-F5F8E0E001CB}"/>
                </a:ext>
              </a:extLst>
            </p:cNvPr>
            <p:cNvSpPr txBox="1"/>
            <p:nvPr/>
          </p:nvSpPr>
          <p:spPr>
            <a:xfrm>
              <a:off x="651987" y="2815771"/>
              <a:ext cx="2337119" cy="248749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marL="312738" indent="-312738">
                <a:spcAft>
                  <a:spcPts val="1200"/>
                </a:spcAft>
                <a:buFont typeface="+mj-lt"/>
                <a:buAutoNum type="arabicPeriod"/>
              </a:pPr>
              <a:endParaRPr lang="fr-CH" sz="10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203E117-1F24-4AE8-A3BC-96506A9ECE05}"/>
                </a:ext>
              </a:extLst>
            </p:cNvPr>
            <p:cNvSpPr txBox="1"/>
            <p:nvPr/>
          </p:nvSpPr>
          <p:spPr>
            <a:xfrm>
              <a:off x="978139" y="2685369"/>
              <a:ext cx="1684814" cy="205398"/>
            </a:xfrm>
            <a:prstGeom prst="roundRect">
              <a:avLst>
                <a:gd name="adj" fmla="val 42994"/>
              </a:avLst>
            </a:prstGeom>
            <a:solidFill>
              <a:schemeClr val="accent2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fr-CH" sz="1100" b="1" dirty="0" err="1">
                  <a:solidFill>
                    <a:schemeClr val="bg1"/>
                  </a:solidFill>
                </a:rPr>
                <a:t>resolve_turbulence.m</a:t>
              </a:r>
              <a:endParaRPr lang="fr-CH" sz="11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5306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F26CD-4192-025F-D097-B0A133E60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1A049917-8B60-55D7-A8AB-29199689BFCF}"/>
              </a:ext>
            </a:extLst>
          </p:cNvPr>
          <p:cNvSpPr txBox="1"/>
          <p:nvPr/>
        </p:nvSpPr>
        <p:spPr>
          <a:xfrm>
            <a:off x="3956999" y="267802"/>
            <a:ext cx="3120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b="1" dirty="0" err="1"/>
              <a:t>Other</a:t>
            </a:r>
            <a:r>
              <a:rPr lang="fr-CH" b="1" dirty="0"/>
              <a:t> ODAS </a:t>
            </a:r>
            <a:r>
              <a:rPr lang="fr-CH" b="1" dirty="0" err="1"/>
              <a:t>functions</a:t>
            </a:r>
            <a:endParaRPr lang="en-US" b="1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96AE7FA-C399-CD10-B5DA-7E694E036B37}"/>
              </a:ext>
            </a:extLst>
          </p:cNvPr>
          <p:cNvGrpSpPr/>
          <p:nvPr/>
        </p:nvGrpSpPr>
        <p:grpSpPr>
          <a:xfrm>
            <a:off x="714802" y="1562719"/>
            <a:ext cx="2423842" cy="489377"/>
            <a:chOff x="497282" y="2693898"/>
            <a:chExt cx="2423842" cy="48937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A1F23C0-CDD4-BC45-C7EE-FA63E11F957F}"/>
                </a:ext>
              </a:extLst>
            </p:cNvPr>
            <p:cNvSpPr txBox="1"/>
            <p:nvPr/>
          </p:nvSpPr>
          <p:spPr>
            <a:xfrm>
              <a:off x="497282" y="2910860"/>
              <a:ext cx="2423842" cy="272415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fr-CH" sz="1000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CEA51FF-9760-A496-CC2D-B8B213896021}"/>
                </a:ext>
              </a:extLst>
            </p:cNvPr>
            <p:cNvSpPr txBox="1"/>
            <p:nvPr/>
          </p:nvSpPr>
          <p:spPr>
            <a:xfrm>
              <a:off x="651986" y="2693898"/>
              <a:ext cx="2146621" cy="224939"/>
            </a:xfrm>
            <a:prstGeom prst="roundRect">
              <a:avLst>
                <a:gd name="adj" fmla="val 42994"/>
              </a:avLst>
            </a:prstGeom>
            <a:solidFill>
              <a:schemeClr val="accent6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fr-CH" sz="1100" b="1" dirty="0">
                  <a:solidFill>
                    <a:schemeClr val="bg1"/>
                  </a:solidFill>
                </a:rPr>
                <a:t>odas_p2mat.m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1AE2B10-EA61-27FC-E1A8-284732C78650}"/>
              </a:ext>
            </a:extLst>
          </p:cNvPr>
          <p:cNvGrpSpPr/>
          <p:nvPr/>
        </p:nvGrpSpPr>
        <p:grpSpPr>
          <a:xfrm>
            <a:off x="4102176" y="1073342"/>
            <a:ext cx="2547070" cy="489377"/>
            <a:chOff x="497282" y="2693898"/>
            <a:chExt cx="2547070" cy="48937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E422B65-7D30-0360-F75D-9AF8452DE4D0}"/>
                </a:ext>
              </a:extLst>
            </p:cNvPr>
            <p:cNvSpPr txBox="1"/>
            <p:nvPr/>
          </p:nvSpPr>
          <p:spPr>
            <a:xfrm>
              <a:off x="497282" y="2910860"/>
              <a:ext cx="2547070" cy="272415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fr-CH" sz="10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43EFB61-40A5-B397-936E-4BCC8C08EFD0}"/>
                </a:ext>
              </a:extLst>
            </p:cNvPr>
            <p:cNvSpPr txBox="1"/>
            <p:nvPr/>
          </p:nvSpPr>
          <p:spPr>
            <a:xfrm>
              <a:off x="651986" y="2693898"/>
              <a:ext cx="2146621" cy="224939"/>
            </a:xfrm>
            <a:prstGeom prst="roundRect">
              <a:avLst>
                <a:gd name="adj" fmla="val 42994"/>
              </a:avLst>
            </a:prstGeom>
            <a:solidFill>
              <a:schemeClr val="accent6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fr-CH" sz="1100" b="1" dirty="0" err="1">
                  <a:solidFill>
                    <a:schemeClr val="bg1"/>
                  </a:solidFill>
                </a:rPr>
                <a:t>read_odas.m</a:t>
              </a:r>
              <a:endParaRPr lang="fr-CH" sz="11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5D56518-E43A-951B-C629-1B0512A288A2}"/>
              </a:ext>
            </a:extLst>
          </p:cNvPr>
          <p:cNvCxnSpPr>
            <a:cxnSpLocks/>
            <a:stCxn id="29" idx="1"/>
            <a:endCxn id="3" idx="3"/>
          </p:cNvCxnSpPr>
          <p:nvPr/>
        </p:nvCxnSpPr>
        <p:spPr>
          <a:xfrm flipH="1">
            <a:off x="3138644" y="1426512"/>
            <a:ext cx="963532" cy="4893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9570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392</Words>
  <Application>Microsoft Office PowerPoint</Application>
  <PresentationFormat>A4 Paper (210x297 mm)</PresentationFormat>
  <Paragraphs>51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Tomy Doda</dc:creator>
  <cp:lastModifiedBy>Tomy Doda</cp:lastModifiedBy>
  <cp:revision>1</cp:revision>
  <dcterms:created xsi:type="dcterms:W3CDTF">2026-01-05T10:18:00Z</dcterms:created>
  <dcterms:modified xsi:type="dcterms:W3CDTF">2026-01-06T16:12:33Z</dcterms:modified>
</cp:coreProperties>
</file>