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sldIdLst>
    <p:sldId id="256" r:id="rId2"/>
    <p:sldId id="258" r:id="rId3"/>
    <p:sldId id="259" r:id="rId4"/>
    <p:sldId id="260" r:id="rId5"/>
    <p:sldId id="257" r:id="rId6"/>
  </p:sldIdLst>
  <p:sldSz cx="9906000" cy="6858000" type="A4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E585597-D77A-4CAE-AB69-390DDF559CEF}" v="368" dt="2026-01-23T07:54:39.91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01" d="100"/>
          <a:sy n="101" d="100"/>
        </p:scale>
        <p:origin x="1632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12" Type="http://schemas.microsoft.com/office/2015/10/relationships/revisionInfo" Target="revisionInfo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microsoft.com/office/2016/11/relationships/changesInfo" Target="changesInfos/changesInfo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Tomy Doda" userId="023a5e24-f089-4e82-9406-b78528d4275d" providerId="ADAL" clId="{46B57ECA-90EE-4DEE-B7FC-CF6B2BB407ED}"/>
    <pc:docChg chg="undo custSel addSld modSld sldOrd">
      <pc:chgData name="Tomy Doda" userId="023a5e24-f089-4e82-9406-b78528d4275d" providerId="ADAL" clId="{46B57ECA-90EE-4DEE-B7FC-CF6B2BB407ED}" dt="2026-01-23T07:55:38.329" v="6912" actId="1076"/>
      <pc:docMkLst>
        <pc:docMk/>
      </pc:docMkLst>
      <pc:sldChg chg="addSp delSp modSp mod">
        <pc:chgData name="Tomy Doda" userId="023a5e24-f089-4e82-9406-b78528d4275d" providerId="ADAL" clId="{46B57ECA-90EE-4DEE-B7FC-CF6B2BB407ED}" dt="2026-01-09T13:51:30.742" v="5626" actId="20577"/>
        <pc:sldMkLst>
          <pc:docMk/>
          <pc:sldMk cId="1773552869" sldId="256"/>
        </pc:sldMkLst>
        <pc:spChg chg="add mod">
          <ac:chgData name="Tomy Doda" userId="023a5e24-f089-4e82-9406-b78528d4275d" providerId="ADAL" clId="{46B57ECA-90EE-4DEE-B7FC-CF6B2BB407ED}" dt="2026-01-09T13:35:57.760" v="4759" actId="11"/>
          <ac:spMkLst>
            <pc:docMk/>
            <pc:sldMk cId="1773552869" sldId="256"/>
            <ac:spMk id="5" creationId="{09135DF8-28AB-F1FE-62BF-37D6FD2F2DD8}"/>
          </ac:spMkLst>
        </pc:spChg>
        <pc:spChg chg="add mod">
          <ac:chgData name="Tomy Doda" userId="023a5e24-f089-4e82-9406-b78528d4275d" providerId="ADAL" clId="{46B57ECA-90EE-4DEE-B7FC-CF6B2BB407ED}" dt="2026-01-05T10:33:59.165" v="446" actId="1076"/>
          <ac:spMkLst>
            <pc:docMk/>
            <pc:sldMk cId="1773552869" sldId="256"/>
            <ac:spMk id="6" creationId="{EA9FAAB5-AD03-FE0C-71C7-AE49F9F3A114}"/>
          </ac:spMkLst>
        </pc:spChg>
        <pc:spChg chg="mod">
          <ac:chgData name="Tomy Doda" userId="023a5e24-f089-4e82-9406-b78528d4275d" providerId="ADAL" clId="{46B57ECA-90EE-4DEE-B7FC-CF6B2BB407ED}" dt="2026-01-05T10:36:38.936" v="673" actId="1076"/>
          <ac:spMkLst>
            <pc:docMk/>
            <pc:sldMk cId="1773552869" sldId="256"/>
            <ac:spMk id="9" creationId="{1CD1F9E8-AEB6-8587-DDB7-7FE354DDC648}"/>
          </ac:spMkLst>
        </pc:spChg>
        <pc:spChg chg="mod">
          <ac:chgData name="Tomy Doda" userId="023a5e24-f089-4e82-9406-b78528d4275d" providerId="ADAL" clId="{46B57ECA-90EE-4DEE-B7FC-CF6B2BB407ED}" dt="2026-01-05T10:36:34.602" v="671" actId="1076"/>
          <ac:spMkLst>
            <pc:docMk/>
            <pc:sldMk cId="1773552869" sldId="256"/>
            <ac:spMk id="10" creationId="{3AD557AA-AAD2-A8B5-3744-763F7C21AB06}"/>
          </ac:spMkLst>
        </pc:spChg>
        <pc:spChg chg="add mod">
          <ac:chgData name="Tomy Doda" userId="023a5e24-f089-4e82-9406-b78528d4275d" providerId="ADAL" clId="{46B57ECA-90EE-4DEE-B7FC-CF6B2BB407ED}" dt="2026-01-09T09:22:34.952" v="4668" actId="164"/>
          <ac:spMkLst>
            <pc:docMk/>
            <pc:sldMk cId="1773552869" sldId="256"/>
            <ac:spMk id="11" creationId="{6A4B0A1D-5FBF-5479-7E3B-20BA4A2D1BA3}"/>
          </ac:spMkLst>
        </pc:spChg>
        <pc:spChg chg="add mod">
          <ac:chgData name="Tomy Doda" userId="023a5e24-f089-4e82-9406-b78528d4275d" providerId="ADAL" clId="{46B57ECA-90EE-4DEE-B7FC-CF6B2BB407ED}" dt="2026-01-05T12:56:39.281" v="2410" actId="1076"/>
          <ac:spMkLst>
            <pc:docMk/>
            <pc:sldMk cId="1773552869" sldId="256"/>
            <ac:spMk id="12" creationId="{0C751C19-24E3-47EE-2121-CAB66AE05D36}"/>
          </ac:spMkLst>
        </pc:spChg>
        <pc:spChg chg="add mod">
          <ac:chgData name="Tomy Doda" userId="023a5e24-f089-4e82-9406-b78528d4275d" providerId="ADAL" clId="{46B57ECA-90EE-4DEE-B7FC-CF6B2BB407ED}" dt="2026-01-09T09:22:34.952" v="4668" actId="164"/>
          <ac:spMkLst>
            <pc:docMk/>
            <pc:sldMk cId="1773552869" sldId="256"/>
            <ac:spMk id="13" creationId="{475933ED-D6E4-A741-4422-CA3FA850547C}"/>
          </ac:spMkLst>
        </pc:spChg>
        <pc:spChg chg="add mod">
          <ac:chgData name="Tomy Doda" userId="023a5e24-f089-4e82-9406-b78528d4275d" providerId="ADAL" clId="{46B57ECA-90EE-4DEE-B7FC-CF6B2BB407ED}" dt="2026-01-09T09:22:34.952" v="4668" actId="164"/>
          <ac:spMkLst>
            <pc:docMk/>
            <pc:sldMk cId="1773552869" sldId="256"/>
            <ac:spMk id="14" creationId="{96FA0C86-E150-2492-991C-66D2F695857C}"/>
          </ac:spMkLst>
        </pc:spChg>
        <pc:spChg chg="mod">
          <ac:chgData name="Tomy Doda" userId="023a5e24-f089-4e82-9406-b78528d4275d" providerId="ADAL" clId="{46B57ECA-90EE-4DEE-B7FC-CF6B2BB407ED}" dt="2026-01-05T12:51:42.321" v="2212" actId="14100"/>
          <ac:spMkLst>
            <pc:docMk/>
            <pc:sldMk cId="1773552869" sldId="256"/>
            <ac:spMk id="19" creationId="{B5EB778A-072C-593B-25C4-E52444635971}"/>
          </ac:spMkLst>
        </pc:spChg>
        <pc:spChg chg="mod">
          <ac:chgData name="Tomy Doda" userId="023a5e24-f089-4e82-9406-b78528d4275d" providerId="ADAL" clId="{46B57ECA-90EE-4DEE-B7FC-CF6B2BB407ED}" dt="2026-01-05T12:36:02.490" v="1846"/>
          <ac:spMkLst>
            <pc:docMk/>
            <pc:sldMk cId="1773552869" sldId="256"/>
            <ac:spMk id="20" creationId="{03A835D6-145E-F8FF-84FA-90A9B7B2B91D}"/>
          </ac:spMkLst>
        </pc:spChg>
        <pc:spChg chg="add mod">
          <ac:chgData name="Tomy Doda" userId="023a5e24-f089-4e82-9406-b78528d4275d" providerId="ADAL" clId="{46B57ECA-90EE-4DEE-B7FC-CF6B2BB407ED}" dt="2026-01-09T09:22:34.952" v="4668" actId="164"/>
          <ac:spMkLst>
            <pc:docMk/>
            <pc:sldMk cId="1773552869" sldId="256"/>
            <ac:spMk id="21" creationId="{EB019E69-EA3F-F309-49AA-514E1E0F31D1}"/>
          </ac:spMkLst>
        </pc:spChg>
        <pc:spChg chg="add mod">
          <ac:chgData name="Tomy Doda" userId="023a5e24-f089-4e82-9406-b78528d4275d" providerId="ADAL" clId="{46B57ECA-90EE-4DEE-B7FC-CF6B2BB407ED}" dt="2026-01-05T10:40:11.724" v="745" actId="1076"/>
          <ac:spMkLst>
            <pc:docMk/>
            <pc:sldMk cId="1773552869" sldId="256"/>
            <ac:spMk id="22" creationId="{1E50EA1C-1C30-F12B-C703-9BAD7F0699B9}"/>
          </ac:spMkLst>
        </pc:spChg>
        <pc:spChg chg="add mod">
          <ac:chgData name="Tomy Doda" userId="023a5e24-f089-4e82-9406-b78528d4275d" providerId="ADAL" clId="{46B57ECA-90EE-4DEE-B7FC-CF6B2BB407ED}" dt="2026-01-05T10:40:11.724" v="745" actId="1076"/>
          <ac:spMkLst>
            <pc:docMk/>
            <pc:sldMk cId="1773552869" sldId="256"/>
            <ac:spMk id="23" creationId="{B8EB0202-1F82-868B-EE36-121F53A72C36}"/>
          </ac:spMkLst>
        </pc:spChg>
        <pc:spChg chg="add mod">
          <ac:chgData name="Tomy Doda" userId="023a5e24-f089-4e82-9406-b78528d4275d" providerId="ADAL" clId="{46B57ECA-90EE-4DEE-B7FC-CF6B2BB407ED}" dt="2026-01-05T10:40:20.702" v="757" actId="20577"/>
          <ac:spMkLst>
            <pc:docMk/>
            <pc:sldMk cId="1773552869" sldId="256"/>
            <ac:spMk id="24" creationId="{939AFEB3-F0D3-E66F-F1B1-09F11381F776}"/>
          </ac:spMkLst>
        </pc:spChg>
        <pc:spChg chg="add mod">
          <ac:chgData name="Tomy Doda" userId="023a5e24-f089-4e82-9406-b78528d4275d" providerId="ADAL" clId="{46B57ECA-90EE-4DEE-B7FC-CF6B2BB407ED}" dt="2026-01-09T09:22:34.952" v="4668" actId="164"/>
          <ac:spMkLst>
            <pc:docMk/>
            <pc:sldMk cId="1773552869" sldId="256"/>
            <ac:spMk id="25" creationId="{E7F8C7D7-1398-C382-84D1-3B52D7B3A63F}"/>
          </ac:spMkLst>
        </pc:spChg>
        <pc:spChg chg="add mod">
          <ac:chgData name="Tomy Doda" userId="023a5e24-f089-4e82-9406-b78528d4275d" providerId="ADAL" clId="{46B57ECA-90EE-4DEE-B7FC-CF6B2BB407ED}" dt="2026-01-05T10:41:46.742" v="819" actId="20577"/>
          <ac:spMkLst>
            <pc:docMk/>
            <pc:sldMk cId="1773552869" sldId="256"/>
            <ac:spMk id="26" creationId="{C5F7EA0B-BAEC-FB0A-D13D-E1D7CA9E939A}"/>
          </ac:spMkLst>
        </pc:spChg>
        <pc:spChg chg="add mod">
          <ac:chgData name="Tomy Doda" userId="023a5e24-f089-4e82-9406-b78528d4275d" providerId="ADAL" clId="{46B57ECA-90EE-4DEE-B7FC-CF6B2BB407ED}" dt="2026-01-05T10:41:54.646" v="822" actId="207"/>
          <ac:spMkLst>
            <pc:docMk/>
            <pc:sldMk cId="1773552869" sldId="256"/>
            <ac:spMk id="27" creationId="{CC60DF08-4A36-6544-5884-9DA6815386DA}"/>
          </ac:spMkLst>
        </pc:spChg>
        <pc:spChg chg="add mod">
          <ac:chgData name="Tomy Doda" userId="023a5e24-f089-4e82-9406-b78528d4275d" providerId="ADAL" clId="{46B57ECA-90EE-4DEE-B7FC-CF6B2BB407ED}" dt="2026-01-05T10:42:03.757" v="836" actId="20577"/>
          <ac:spMkLst>
            <pc:docMk/>
            <pc:sldMk cId="1773552869" sldId="256"/>
            <ac:spMk id="28" creationId="{B36C20EE-D701-297A-4F09-A87C21F423C5}"/>
          </ac:spMkLst>
        </pc:spChg>
        <pc:spChg chg="mod">
          <ac:chgData name="Tomy Doda" userId="023a5e24-f089-4e82-9406-b78528d4275d" providerId="ADAL" clId="{46B57ECA-90EE-4DEE-B7FC-CF6B2BB407ED}" dt="2026-01-05T12:02:55.094" v="1184" actId="207"/>
          <ac:spMkLst>
            <pc:docMk/>
            <pc:sldMk cId="1773552869" sldId="256"/>
            <ac:spMk id="38" creationId="{2F513DE3-4219-A0C6-AEEE-0ADA82C5CF69}"/>
          </ac:spMkLst>
        </pc:spChg>
        <pc:spChg chg="mod">
          <ac:chgData name="Tomy Doda" userId="023a5e24-f089-4e82-9406-b78528d4275d" providerId="ADAL" clId="{46B57ECA-90EE-4DEE-B7FC-CF6B2BB407ED}" dt="2026-01-05T10:47:44.366" v="938" actId="20577"/>
          <ac:spMkLst>
            <pc:docMk/>
            <pc:sldMk cId="1773552869" sldId="256"/>
            <ac:spMk id="39" creationId="{AE106980-38D6-5805-230B-D69E05F991C9}"/>
          </ac:spMkLst>
        </pc:spChg>
        <pc:spChg chg="mod">
          <ac:chgData name="Tomy Doda" userId="023a5e24-f089-4e82-9406-b78528d4275d" providerId="ADAL" clId="{46B57ECA-90EE-4DEE-B7FC-CF6B2BB407ED}" dt="2026-01-05T12:38:00.864" v="2028" actId="20577"/>
          <ac:spMkLst>
            <pc:docMk/>
            <pc:sldMk cId="1773552869" sldId="256"/>
            <ac:spMk id="46" creationId="{18D2AC63-ED32-3697-A8A4-20CC15B0CB8A}"/>
          </ac:spMkLst>
        </pc:spChg>
        <pc:spChg chg="mod">
          <ac:chgData name="Tomy Doda" userId="023a5e24-f089-4e82-9406-b78528d4275d" providerId="ADAL" clId="{46B57ECA-90EE-4DEE-B7FC-CF6B2BB407ED}" dt="2026-01-05T12:38:23.787" v="2036" actId="1076"/>
          <ac:spMkLst>
            <pc:docMk/>
            <pc:sldMk cId="1773552869" sldId="256"/>
            <ac:spMk id="47" creationId="{9084FF60-EA5D-01BC-CD7B-47A4B14C70FE}"/>
          </ac:spMkLst>
        </pc:spChg>
        <pc:spChg chg="mod">
          <ac:chgData name="Tomy Doda" userId="023a5e24-f089-4e82-9406-b78528d4275d" providerId="ADAL" clId="{46B57ECA-90EE-4DEE-B7FC-CF6B2BB407ED}" dt="2026-01-05T12:37:42.081" v="2017" actId="20577"/>
          <ac:spMkLst>
            <pc:docMk/>
            <pc:sldMk cId="1773552869" sldId="256"/>
            <ac:spMk id="52" creationId="{98903249-F85D-6F6D-5E78-9E4EEC62E36A}"/>
          </ac:spMkLst>
        </pc:spChg>
        <pc:spChg chg="mod">
          <ac:chgData name="Tomy Doda" userId="023a5e24-f089-4e82-9406-b78528d4275d" providerId="ADAL" clId="{46B57ECA-90EE-4DEE-B7FC-CF6B2BB407ED}" dt="2026-01-05T11:56:12.024" v="1037" actId="207"/>
          <ac:spMkLst>
            <pc:docMk/>
            <pc:sldMk cId="1773552869" sldId="256"/>
            <ac:spMk id="53" creationId="{F198B68F-7AEA-4F05-6216-4A2EACF43214}"/>
          </ac:spMkLst>
        </pc:spChg>
        <pc:spChg chg="mod">
          <ac:chgData name="Tomy Doda" userId="023a5e24-f089-4e82-9406-b78528d4275d" providerId="ADAL" clId="{46B57ECA-90EE-4DEE-B7FC-CF6B2BB407ED}" dt="2026-01-05T12:37:37.249" v="2007" actId="20577"/>
          <ac:spMkLst>
            <pc:docMk/>
            <pc:sldMk cId="1773552869" sldId="256"/>
            <ac:spMk id="58" creationId="{B33DD654-921B-A014-3ADE-8321A6BADCB2}"/>
          </ac:spMkLst>
        </pc:spChg>
        <pc:spChg chg="mod">
          <ac:chgData name="Tomy Doda" userId="023a5e24-f089-4e82-9406-b78528d4275d" providerId="ADAL" clId="{46B57ECA-90EE-4DEE-B7FC-CF6B2BB407ED}" dt="2026-01-05T12:03:11.086" v="1196" actId="20577"/>
          <ac:spMkLst>
            <pc:docMk/>
            <pc:sldMk cId="1773552869" sldId="256"/>
            <ac:spMk id="59" creationId="{6276C66D-8172-167E-4911-DA6469BC9BD6}"/>
          </ac:spMkLst>
        </pc:spChg>
        <pc:spChg chg="mod">
          <ac:chgData name="Tomy Doda" userId="023a5e24-f089-4e82-9406-b78528d4275d" providerId="ADAL" clId="{46B57ECA-90EE-4DEE-B7FC-CF6B2BB407ED}" dt="2026-01-05T12:30:07.917" v="1700" actId="14100"/>
          <ac:spMkLst>
            <pc:docMk/>
            <pc:sldMk cId="1773552869" sldId="256"/>
            <ac:spMk id="72" creationId="{81047437-2B49-014D-5260-A347549304EA}"/>
          </ac:spMkLst>
        </pc:spChg>
        <pc:spChg chg="mod">
          <ac:chgData name="Tomy Doda" userId="023a5e24-f089-4e82-9406-b78528d4275d" providerId="ADAL" clId="{46B57ECA-90EE-4DEE-B7FC-CF6B2BB407ED}" dt="2026-01-05T12:30:13.362" v="1703" actId="1076"/>
          <ac:spMkLst>
            <pc:docMk/>
            <pc:sldMk cId="1773552869" sldId="256"/>
            <ac:spMk id="73" creationId="{DB7AC57C-7732-E38D-CB9B-186F37273DBE}"/>
          </ac:spMkLst>
        </pc:spChg>
        <pc:spChg chg="add mod">
          <ac:chgData name="Tomy Doda" userId="023a5e24-f089-4e82-9406-b78528d4275d" providerId="ADAL" clId="{46B57ECA-90EE-4DEE-B7FC-CF6B2BB407ED}" dt="2026-01-05T12:56:56.018" v="2415" actId="206"/>
          <ac:spMkLst>
            <pc:docMk/>
            <pc:sldMk cId="1773552869" sldId="256"/>
            <ac:spMk id="88" creationId="{DF4218E5-0EE8-7BD3-7176-A9238ACEE3B3}"/>
          </ac:spMkLst>
        </pc:spChg>
        <pc:spChg chg="add mod">
          <ac:chgData name="Tomy Doda" userId="023a5e24-f089-4e82-9406-b78528d4275d" providerId="ADAL" clId="{46B57ECA-90EE-4DEE-B7FC-CF6B2BB407ED}" dt="2026-01-09T09:22:34.952" v="4668" actId="164"/>
          <ac:spMkLst>
            <pc:docMk/>
            <pc:sldMk cId="1773552869" sldId="256"/>
            <ac:spMk id="91" creationId="{23879FA7-143F-4829-7755-0BDB4E2F81A4}"/>
          </ac:spMkLst>
        </pc:spChg>
        <pc:spChg chg="mod">
          <ac:chgData name="Tomy Doda" userId="023a5e24-f089-4e82-9406-b78528d4275d" providerId="ADAL" clId="{46B57ECA-90EE-4DEE-B7FC-CF6B2BB407ED}" dt="2026-01-05T12:39:50.484" v="2146" actId="14100"/>
          <ac:spMkLst>
            <pc:docMk/>
            <pc:sldMk cId="1773552869" sldId="256"/>
            <ac:spMk id="93" creationId="{435E8486-E2C2-E998-3BB5-74E84B4A5C2D}"/>
          </ac:spMkLst>
        </pc:spChg>
        <pc:spChg chg="mod">
          <ac:chgData name="Tomy Doda" userId="023a5e24-f089-4e82-9406-b78528d4275d" providerId="ADAL" clId="{46B57ECA-90EE-4DEE-B7FC-CF6B2BB407ED}" dt="2026-01-05T12:30:46.449" v="1732" actId="20577"/>
          <ac:spMkLst>
            <pc:docMk/>
            <pc:sldMk cId="1773552869" sldId="256"/>
            <ac:spMk id="94" creationId="{C0DEBB04-A887-0BB7-681B-03E6A799A185}"/>
          </ac:spMkLst>
        </pc:spChg>
        <pc:spChg chg="mod">
          <ac:chgData name="Tomy Doda" userId="023a5e24-f089-4e82-9406-b78528d4275d" providerId="ADAL" clId="{46B57ECA-90EE-4DEE-B7FC-CF6B2BB407ED}" dt="2026-01-05T12:37:21.249" v="1997" actId="20577"/>
          <ac:spMkLst>
            <pc:docMk/>
            <pc:sldMk cId="1773552869" sldId="256"/>
            <ac:spMk id="96" creationId="{7FE127A3-9840-EF15-597F-D8AE06347BDF}"/>
          </ac:spMkLst>
        </pc:spChg>
        <pc:spChg chg="mod">
          <ac:chgData name="Tomy Doda" userId="023a5e24-f089-4e82-9406-b78528d4275d" providerId="ADAL" clId="{46B57ECA-90EE-4DEE-B7FC-CF6B2BB407ED}" dt="2026-01-05T12:32:11.459" v="1737"/>
          <ac:spMkLst>
            <pc:docMk/>
            <pc:sldMk cId="1773552869" sldId="256"/>
            <ac:spMk id="97" creationId="{A5CF88AA-D7CB-9F68-0EF9-26B8E8734440}"/>
          </ac:spMkLst>
        </pc:spChg>
        <pc:spChg chg="add mod">
          <ac:chgData name="Tomy Doda" userId="023a5e24-f089-4e82-9406-b78528d4275d" providerId="ADAL" clId="{46B57ECA-90EE-4DEE-B7FC-CF6B2BB407ED}" dt="2026-01-09T09:22:34.952" v="4668" actId="164"/>
          <ac:spMkLst>
            <pc:docMk/>
            <pc:sldMk cId="1773552869" sldId="256"/>
            <ac:spMk id="110" creationId="{BEDF406C-639E-116B-195B-0268C527EE5E}"/>
          </ac:spMkLst>
        </pc:spChg>
        <pc:spChg chg="add mod">
          <ac:chgData name="Tomy Doda" userId="023a5e24-f089-4e82-9406-b78528d4275d" providerId="ADAL" clId="{46B57ECA-90EE-4DEE-B7FC-CF6B2BB407ED}" dt="2026-01-09T09:22:34.952" v="4668" actId="164"/>
          <ac:spMkLst>
            <pc:docMk/>
            <pc:sldMk cId="1773552869" sldId="256"/>
            <ac:spMk id="112" creationId="{05626CE8-9325-5855-BF4B-03E709E93AE0}"/>
          </ac:spMkLst>
        </pc:spChg>
        <pc:spChg chg="add mod">
          <ac:chgData name="Tomy Doda" userId="023a5e24-f089-4e82-9406-b78528d4275d" providerId="ADAL" clId="{46B57ECA-90EE-4DEE-B7FC-CF6B2BB407ED}" dt="2026-01-09T09:22:34.952" v="4668" actId="164"/>
          <ac:spMkLst>
            <pc:docMk/>
            <pc:sldMk cId="1773552869" sldId="256"/>
            <ac:spMk id="113" creationId="{D5E597FC-A636-FD73-91DA-ED150A50345E}"/>
          </ac:spMkLst>
        </pc:spChg>
        <pc:spChg chg="mod">
          <ac:chgData name="Tomy Doda" userId="023a5e24-f089-4e82-9406-b78528d4275d" providerId="ADAL" clId="{46B57ECA-90EE-4DEE-B7FC-CF6B2BB407ED}" dt="2026-01-05T12:53:49.503" v="2297" actId="14100"/>
          <ac:spMkLst>
            <pc:docMk/>
            <pc:sldMk cId="1773552869" sldId="256"/>
            <ac:spMk id="115" creationId="{C400027A-1A68-3803-D627-AF613286584D}"/>
          </ac:spMkLst>
        </pc:spChg>
        <pc:spChg chg="mod">
          <ac:chgData name="Tomy Doda" userId="023a5e24-f089-4e82-9406-b78528d4275d" providerId="ADAL" clId="{46B57ECA-90EE-4DEE-B7FC-CF6B2BB407ED}" dt="2026-01-05T12:53:51.576" v="2298" actId="1076"/>
          <ac:spMkLst>
            <pc:docMk/>
            <pc:sldMk cId="1773552869" sldId="256"/>
            <ac:spMk id="116" creationId="{09B1433C-1A1E-BFFE-4EAA-880B30D2FBBE}"/>
          </ac:spMkLst>
        </pc:spChg>
        <pc:spChg chg="mod">
          <ac:chgData name="Tomy Doda" userId="023a5e24-f089-4e82-9406-b78528d4275d" providerId="ADAL" clId="{46B57ECA-90EE-4DEE-B7FC-CF6B2BB407ED}" dt="2026-01-06T16:11:54.327" v="2771" actId="20577"/>
          <ac:spMkLst>
            <pc:docMk/>
            <pc:sldMk cId="1773552869" sldId="256"/>
            <ac:spMk id="124" creationId="{795D4652-17CF-E56D-99DD-783B0083967E}"/>
          </ac:spMkLst>
        </pc:spChg>
        <pc:spChg chg="mod">
          <ac:chgData name="Tomy Doda" userId="023a5e24-f089-4e82-9406-b78528d4275d" providerId="ADAL" clId="{46B57ECA-90EE-4DEE-B7FC-CF6B2BB407ED}" dt="2026-01-05T12:55:57.905" v="2341"/>
          <ac:spMkLst>
            <pc:docMk/>
            <pc:sldMk cId="1773552869" sldId="256"/>
            <ac:spMk id="125" creationId="{68ED12C7-895C-4184-DD2E-0B8DCC9969F9}"/>
          </ac:spMkLst>
        </pc:spChg>
        <pc:spChg chg="mod">
          <ac:chgData name="Tomy Doda" userId="023a5e24-f089-4e82-9406-b78528d4275d" providerId="ADAL" clId="{46B57ECA-90EE-4DEE-B7FC-CF6B2BB407ED}" dt="2026-01-06T16:12:27.812" v="2812" actId="14100"/>
          <ac:spMkLst>
            <pc:docMk/>
            <pc:sldMk cId="1773552869" sldId="256"/>
            <ac:spMk id="139" creationId="{AB700931-554A-F9AA-EF21-50109E38B6CA}"/>
          </ac:spMkLst>
        </pc:spChg>
        <pc:spChg chg="mod">
          <ac:chgData name="Tomy Doda" userId="023a5e24-f089-4e82-9406-b78528d4275d" providerId="ADAL" clId="{46B57ECA-90EE-4DEE-B7FC-CF6B2BB407ED}" dt="2026-01-05T12:59:54.632" v="2519" actId="1076"/>
          <ac:spMkLst>
            <pc:docMk/>
            <pc:sldMk cId="1773552869" sldId="256"/>
            <ac:spMk id="140" creationId="{21498CE7-4459-8564-E3F9-AE4A7A233DEA}"/>
          </ac:spMkLst>
        </pc:spChg>
        <pc:spChg chg="add mod">
          <ac:chgData name="Tomy Doda" userId="023a5e24-f089-4e82-9406-b78528d4275d" providerId="ADAL" clId="{46B57ECA-90EE-4DEE-B7FC-CF6B2BB407ED}" dt="2026-01-09T09:22:34.952" v="4668" actId="164"/>
          <ac:spMkLst>
            <pc:docMk/>
            <pc:sldMk cId="1773552869" sldId="256"/>
            <ac:spMk id="141" creationId="{D2F21A8B-9915-D34A-5429-DD5E4660DEDE}"/>
          </ac:spMkLst>
        </pc:spChg>
        <pc:spChg chg="mod">
          <ac:chgData name="Tomy Doda" userId="023a5e24-f089-4e82-9406-b78528d4275d" providerId="ADAL" clId="{46B57ECA-90EE-4DEE-B7FC-CF6B2BB407ED}" dt="2026-01-09T13:51:30.742" v="5626" actId="20577"/>
          <ac:spMkLst>
            <pc:docMk/>
            <pc:sldMk cId="1773552869" sldId="256"/>
            <ac:spMk id="145" creationId="{48BE0FEB-ED73-E8A1-F161-B0C643DD7180}"/>
          </ac:spMkLst>
        </pc:spChg>
        <pc:spChg chg="mod">
          <ac:chgData name="Tomy Doda" userId="023a5e24-f089-4e82-9406-b78528d4275d" providerId="ADAL" clId="{46B57ECA-90EE-4DEE-B7FC-CF6B2BB407ED}" dt="2026-01-05T13:02:41.334" v="2582"/>
          <ac:spMkLst>
            <pc:docMk/>
            <pc:sldMk cId="1773552869" sldId="256"/>
            <ac:spMk id="146" creationId="{0D57E5BF-1528-305F-E5CA-5DAC20085351}"/>
          </ac:spMkLst>
        </pc:spChg>
        <pc:grpChg chg="add mod">
          <ac:chgData name="Tomy Doda" userId="023a5e24-f089-4e82-9406-b78528d4275d" providerId="ADAL" clId="{46B57ECA-90EE-4DEE-B7FC-CF6B2BB407ED}" dt="2026-01-05T12:56:45.519" v="2413" actId="1076"/>
          <ac:grpSpMkLst>
            <pc:docMk/>
            <pc:sldMk cId="1773552869" sldId="256"/>
            <ac:grpSpMk id="7" creationId="{D1FB54CB-AD83-49C5-D817-A91D5E2D1BF7}"/>
          </ac:grpSpMkLst>
        </pc:grpChg>
        <pc:grpChg chg="add mod">
          <ac:chgData name="Tomy Doda" userId="023a5e24-f089-4e82-9406-b78528d4275d" providerId="ADAL" clId="{46B57ECA-90EE-4DEE-B7FC-CF6B2BB407ED}" dt="2026-01-05T10:36:50.043" v="674" actId="1076"/>
          <ac:grpSpMkLst>
            <pc:docMk/>
            <pc:sldMk cId="1773552869" sldId="256"/>
            <ac:grpSpMk id="8" creationId="{7B0A192C-FE6F-C279-CB81-01CC2D50F70D}"/>
          </ac:grpSpMkLst>
        </pc:grpChg>
        <pc:grpChg chg="add mod">
          <ac:chgData name="Tomy Doda" userId="023a5e24-f089-4e82-9406-b78528d4275d" providerId="ADAL" clId="{46B57ECA-90EE-4DEE-B7FC-CF6B2BB407ED}" dt="2026-01-05T12:36:02.490" v="1846"/>
          <ac:grpSpMkLst>
            <pc:docMk/>
            <pc:sldMk cId="1773552869" sldId="256"/>
            <ac:grpSpMk id="18" creationId="{DC87CD93-0983-4950-3582-0760AA31FF39}"/>
          </ac:grpSpMkLst>
        </pc:grpChg>
        <pc:grpChg chg="add mod">
          <ac:chgData name="Tomy Doda" userId="023a5e24-f089-4e82-9406-b78528d4275d" providerId="ADAL" clId="{46B57ECA-90EE-4DEE-B7FC-CF6B2BB407ED}" dt="2026-01-05T12:27:19.260" v="1661" actId="1076"/>
          <ac:grpSpMkLst>
            <pc:docMk/>
            <pc:sldMk cId="1773552869" sldId="256"/>
            <ac:grpSpMk id="37" creationId="{B10BD2C2-1F20-819D-D023-E51105AB53D8}"/>
          </ac:grpSpMkLst>
        </pc:grpChg>
        <pc:grpChg chg="add mod">
          <ac:chgData name="Tomy Doda" userId="023a5e24-f089-4e82-9406-b78528d4275d" providerId="ADAL" clId="{46B57ECA-90EE-4DEE-B7FC-CF6B2BB407ED}" dt="2026-01-05T12:29:10.276" v="1690" actId="1076"/>
          <ac:grpSpMkLst>
            <pc:docMk/>
            <pc:sldMk cId="1773552869" sldId="256"/>
            <ac:grpSpMk id="45" creationId="{2460F7CD-2D03-6131-478F-CF746D59235B}"/>
          </ac:grpSpMkLst>
        </pc:grpChg>
        <pc:grpChg chg="add mod">
          <ac:chgData name="Tomy Doda" userId="023a5e24-f089-4e82-9406-b78528d4275d" providerId="ADAL" clId="{46B57ECA-90EE-4DEE-B7FC-CF6B2BB407ED}" dt="2026-01-05T12:29:16.709" v="1691" actId="1076"/>
          <ac:grpSpMkLst>
            <pc:docMk/>
            <pc:sldMk cId="1773552869" sldId="256"/>
            <ac:grpSpMk id="51" creationId="{167F1938-993A-4C52-8F21-02287753154F}"/>
          </ac:grpSpMkLst>
        </pc:grpChg>
        <pc:grpChg chg="add mod">
          <ac:chgData name="Tomy Doda" userId="023a5e24-f089-4e82-9406-b78528d4275d" providerId="ADAL" clId="{46B57ECA-90EE-4DEE-B7FC-CF6B2BB407ED}" dt="2026-01-05T12:29:16.709" v="1691" actId="1076"/>
          <ac:grpSpMkLst>
            <pc:docMk/>
            <pc:sldMk cId="1773552869" sldId="256"/>
            <ac:grpSpMk id="57" creationId="{E5961070-7C02-9369-487C-317789165DE5}"/>
          </ac:grpSpMkLst>
        </pc:grpChg>
        <pc:grpChg chg="add mod">
          <ac:chgData name="Tomy Doda" userId="023a5e24-f089-4e82-9406-b78528d4275d" providerId="ADAL" clId="{46B57ECA-90EE-4DEE-B7FC-CF6B2BB407ED}" dt="2026-01-05T12:30:15.587" v="1705" actId="1076"/>
          <ac:grpSpMkLst>
            <pc:docMk/>
            <pc:sldMk cId="1773552869" sldId="256"/>
            <ac:grpSpMk id="71" creationId="{EE572FC0-FF64-15AB-746F-F352AEC222F0}"/>
          </ac:grpSpMkLst>
        </pc:grpChg>
        <pc:grpChg chg="add mod">
          <ac:chgData name="Tomy Doda" userId="023a5e24-f089-4e82-9406-b78528d4275d" providerId="ADAL" clId="{46B57ECA-90EE-4DEE-B7FC-CF6B2BB407ED}" dt="2026-01-05T12:57:19.985" v="2420" actId="1076"/>
          <ac:grpSpMkLst>
            <pc:docMk/>
            <pc:sldMk cId="1773552869" sldId="256"/>
            <ac:grpSpMk id="92" creationId="{247FA043-7BF0-A4C7-0A66-6ED27C1CA803}"/>
          </ac:grpSpMkLst>
        </pc:grpChg>
        <pc:grpChg chg="add mod">
          <ac:chgData name="Tomy Doda" userId="023a5e24-f089-4e82-9406-b78528d4275d" providerId="ADAL" clId="{46B57ECA-90EE-4DEE-B7FC-CF6B2BB407ED}" dt="2026-01-05T12:57:31.871" v="2423" actId="1076"/>
          <ac:grpSpMkLst>
            <pc:docMk/>
            <pc:sldMk cId="1773552869" sldId="256"/>
            <ac:grpSpMk id="95" creationId="{E4A7C405-2591-8373-8B3F-E64791EE0038}"/>
          </ac:grpSpMkLst>
        </pc:grpChg>
        <pc:grpChg chg="add mod">
          <ac:chgData name="Tomy Doda" userId="023a5e24-f089-4e82-9406-b78528d4275d" providerId="ADAL" clId="{46B57ECA-90EE-4DEE-B7FC-CF6B2BB407ED}" dt="2026-01-05T12:58:02.507" v="2430" actId="1076"/>
          <ac:grpSpMkLst>
            <pc:docMk/>
            <pc:sldMk cId="1773552869" sldId="256"/>
            <ac:grpSpMk id="114" creationId="{B8A56E29-D85B-B5B9-F78E-CC597E195834}"/>
          </ac:grpSpMkLst>
        </pc:grpChg>
        <pc:grpChg chg="add mod">
          <ac:chgData name="Tomy Doda" userId="023a5e24-f089-4e82-9406-b78528d4275d" providerId="ADAL" clId="{46B57ECA-90EE-4DEE-B7FC-CF6B2BB407ED}" dt="2026-01-08T16:10:26.538" v="4608" actId="1076"/>
          <ac:grpSpMkLst>
            <pc:docMk/>
            <pc:sldMk cId="1773552869" sldId="256"/>
            <ac:grpSpMk id="123" creationId="{39346983-572A-593C-2659-B3E62BD5E91F}"/>
          </ac:grpSpMkLst>
        </pc:grpChg>
        <pc:grpChg chg="add mod">
          <ac:chgData name="Tomy Doda" userId="023a5e24-f089-4e82-9406-b78528d4275d" providerId="ADAL" clId="{46B57ECA-90EE-4DEE-B7FC-CF6B2BB407ED}" dt="2026-01-05T13:05:31.850" v="2670" actId="1076"/>
          <ac:grpSpMkLst>
            <pc:docMk/>
            <pc:sldMk cId="1773552869" sldId="256"/>
            <ac:grpSpMk id="138" creationId="{F6BA9956-CEDE-C86E-81C8-E3E34A8E3264}"/>
          </ac:grpSpMkLst>
        </pc:grpChg>
        <pc:grpChg chg="add mod">
          <ac:chgData name="Tomy Doda" userId="023a5e24-f089-4e82-9406-b78528d4275d" providerId="ADAL" clId="{46B57ECA-90EE-4DEE-B7FC-CF6B2BB407ED}" dt="2026-01-05T13:05:29.079" v="2669" actId="1076"/>
          <ac:grpSpMkLst>
            <pc:docMk/>
            <pc:sldMk cId="1773552869" sldId="256"/>
            <ac:grpSpMk id="144" creationId="{2CCDF439-DE8F-DAB6-9DF6-BB041D33F199}"/>
          </ac:grpSpMkLst>
        </pc:grpChg>
        <pc:cxnChg chg="add mod">
          <ac:chgData name="Tomy Doda" userId="023a5e24-f089-4e82-9406-b78528d4275d" providerId="ADAL" clId="{46B57ECA-90EE-4DEE-B7FC-CF6B2BB407ED}" dt="2026-01-05T10:47:17.265" v="924" actId="14100"/>
          <ac:cxnSpMkLst>
            <pc:docMk/>
            <pc:sldMk cId="1773552869" sldId="256"/>
            <ac:cxnSpMk id="16" creationId="{C4C7D242-C84B-AA16-9859-71494077468F}"/>
          </ac:cxnSpMkLst>
        </pc:cxnChg>
        <pc:cxnChg chg="add mod">
          <ac:chgData name="Tomy Doda" userId="023a5e24-f089-4e82-9406-b78528d4275d" providerId="ADAL" clId="{46B57ECA-90EE-4DEE-B7FC-CF6B2BB407ED}" dt="2026-01-05T12:27:28.898" v="1666" actId="1076"/>
          <ac:cxnSpMkLst>
            <pc:docMk/>
            <pc:sldMk cId="1773552869" sldId="256"/>
            <ac:cxnSpMk id="40" creationId="{4131D00B-7DDC-A7DE-AE58-CB8DE06C6B3B}"/>
          </ac:cxnSpMkLst>
        </pc:cxnChg>
        <pc:cxnChg chg="add mod">
          <ac:chgData name="Tomy Doda" userId="023a5e24-f089-4e82-9406-b78528d4275d" providerId="ADAL" clId="{46B57ECA-90EE-4DEE-B7FC-CF6B2BB407ED}" dt="2026-01-05T12:56:50.720" v="2414" actId="14100"/>
          <ac:cxnSpMkLst>
            <pc:docMk/>
            <pc:sldMk cId="1773552869" sldId="256"/>
            <ac:cxnSpMk id="48" creationId="{82AB1A31-24C0-A816-EF37-9E6F81163DC4}"/>
          </ac:cxnSpMkLst>
        </pc:cxnChg>
        <pc:cxnChg chg="add mod">
          <ac:chgData name="Tomy Doda" userId="023a5e24-f089-4e82-9406-b78528d4275d" providerId="ADAL" clId="{46B57ECA-90EE-4DEE-B7FC-CF6B2BB407ED}" dt="2026-01-05T12:29:16.709" v="1691" actId="1076"/>
          <ac:cxnSpMkLst>
            <pc:docMk/>
            <pc:sldMk cId="1773552869" sldId="256"/>
            <ac:cxnSpMk id="54" creationId="{775563D7-1CCC-1825-E656-ADD53C45A27F}"/>
          </ac:cxnSpMkLst>
        </pc:cxnChg>
        <pc:cxnChg chg="add mod">
          <ac:chgData name="Tomy Doda" userId="023a5e24-f089-4e82-9406-b78528d4275d" providerId="ADAL" clId="{46B57ECA-90EE-4DEE-B7FC-CF6B2BB407ED}" dt="2026-01-05T12:29:16.709" v="1691" actId="1076"/>
          <ac:cxnSpMkLst>
            <pc:docMk/>
            <pc:sldMk cId="1773552869" sldId="256"/>
            <ac:cxnSpMk id="60" creationId="{21114A1D-2A02-14A7-05D7-EAC865CBB242}"/>
          </ac:cxnSpMkLst>
        </pc:cxnChg>
        <pc:cxnChg chg="add mod">
          <ac:chgData name="Tomy Doda" userId="023a5e24-f089-4e82-9406-b78528d4275d" providerId="ADAL" clId="{46B57ECA-90EE-4DEE-B7FC-CF6B2BB407ED}" dt="2026-01-05T12:57:34.063" v="2424" actId="14100"/>
          <ac:cxnSpMkLst>
            <pc:docMk/>
            <pc:sldMk cId="1773552869" sldId="256"/>
            <ac:cxnSpMk id="98" creationId="{18695880-27DE-A06F-556E-629F619602A9}"/>
          </ac:cxnSpMkLst>
        </pc:cxnChg>
        <pc:cxnChg chg="add mod">
          <ac:chgData name="Tomy Doda" userId="023a5e24-f089-4e82-9406-b78528d4275d" providerId="ADAL" clId="{46B57ECA-90EE-4DEE-B7FC-CF6B2BB407ED}" dt="2026-01-05T12:57:23.937" v="2421" actId="14100"/>
          <ac:cxnSpMkLst>
            <pc:docMk/>
            <pc:sldMk cId="1773552869" sldId="256"/>
            <ac:cxnSpMk id="117" creationId="{EC667F11-D14D-EBFE-CE5D-69CAA9A34355}"/>
          </ac:cxnSpMkLst>
        </pc:cxnChg>
        <pc:cxnChg chg="add mod">
          <ac:chgData name="Tomy Doda" userId="023a5e24-f089-4e82-9406-b78528d4275d" providerId="ADAL" clId="{46B57ECA-90EE-4DEE-B7FC-CF6B2BB407ED}" dt="2026-01-05T12:58:08.934" v="2431" actId="14100"/>
          <ac:cxnSpMkLst>
            <pc:docMk/>
            <pc:sldMk cId="1773552869" sldId="256"/>
            <ac:cxnSpMk id="120" creationId="{59EA6764-2ADA-C93F-1B05-1B696068ABDB}"/>
          </ac:cxnSpMkLst>
        </pc:cxnChg>
        <pc:cxnChg chg="add mod">
          <ac:chgData name="Tomy Doda" userId="023a5e24-f089-4e82-9406-b78528d4275d" providerId="ADAL" clId="{46B57ECA-90EE-4DEE-B7FC-CF6B2BB407ED}" dt="2026-01-05T13:01:55.172" v="2578" actId="14100"/>
          <ac:cxnSpMkLst>
            <pc:docMk/>
            <pc:sldMk cId="1773552869" sldId="256"/>
            <ac:cxnSpMk id="142" creationId="{B3DC7DCD-9EC3-F97B-764D-F8E432E16FAF}"/>
          </ac:cxnSpMkLst>
        </pc:cxnChg>
        <pc:cxnChg chg="add mod">
          <ac:chgData name="Tomy Doda" userId="023a5e24-f089-4e82-9406-b78528d4275d" providerId="ADAL" clId="{46B57ECA-90EE-4DEE-B7FC-CF6B2BB407ED}" dt="2026-01-08T13:26:21.555" v="3190" actId="14100"/>
          <ac:cxnSpMkLst>
            <pc:docMk/>
            <pc:sldMk cId="1773552869" sldId="256"/>
            <ac:cxnSpMk id="147" creationId="{9C487280-C555-D7C7-5663-C60288CC36F7}"/>
          </ac:cxnSpMkLst>
        </pc:cxnChg>
      </pc:sldChg>
      <pc:sldChg chg="addSp delSp modSp add mod">
        <pc:chgData name="Tomy Doda" userId="023a5e24-f089-4e82-9406-b78528d4275d" providerId="ADAL" clId="{46B57ECA-90EE-4DEE-B7FC-CF6B2BB407ED}" dt="2026-01-05T12:02:36.829" v="1182" actId="14100"/>
        <pc:sldMkLst>
          <pc:docMk/>
          <pc:sldMk cId="3779570210" sldId="257"/>
        </pc:sldMkLst>
        <pc:spChg chg="mod">
          <ac:chgData name="Tomy Doda" userId="023a5e24-f089-4e82-9406-b78528d4275d" providerId="ADAL" clId="{46B57ECA-90EE-4DEE-B7FC-CF6B2BB407ED}" dt="2026-01-05T10:49:40.112" v="989" actId="207"/>
          <ac:spMkLst>
            <pc:docMk/>
            <pc:sldMk cId="3779570210" sldId="257"/>
            <ac:spMk id="3" creationId="{DA1F23C0-CDD4-BC45-C7EE-FA63E11F957F}"/>
          </ac:spMkLst>
        </pc:spChg>
        <pc:spChg chg="mod">
          <ac:chgData name="Tomy Doda" userId="023a5e24-f089-4e82-9406-b78528d4275d" providerId="ADAL" clId="{46B57ECA-90EE-4DEE-B7FC-CF6B2BB407ED}" dt="2026-01-05T10:49:32.744" v="987" actId="207"/>
          <ac:spMkLst>
            <pc:docMk/>
            <pc:sldMk cId="3779570210" sldId="257"/>
            <ac:spMk id="4" creationId="{8CEA51FF-9760-A496-CC2D-B8B213896021}"/>
          </ac:spMkLst>
        </pc:spChg>
        <pc:spChg chg="mod">
          <ac:chgData name="Tomy Doda" userId="023a5e24-f089-4e82-9406-b78528d4275d" providerId="ADAL" clId="{46B57ECA-90EE-4DEE-B7FC-CF6B2BB407ED}" dt="2026-01-05T12:02:36.829" v="1182" actId="14100"/>
          <ac:spMkLst>
            <pc:docMk/>
            <pc:sldMk cId="3779570210" sldId="257"/>
            <ac:spMk id="17" creationId="{1A049917-8B60-55D7-A8AB-29199689BFCF}"/>
          </ac:spMkLst>
        </pc:spChg>
        <pc:spChg chg="mod">
          <ac:chgData name="Tomy Doda" userId="023a5e24-f089-4e82-9406-b78528d4275d" providerId="ADAL" clId="{46B57ECA-90EE-4DEE-B7FC-CF6B2BB407ED}" dt="2026-01-05T10:49:42.156" v="990" actId="207"/>
          <ac:spMkLst>
            <pc:docMk/>
            <pc:sldMk cId="3779570210" sldId="257"/>
            <ac:spMk id="29" creationId="{EE422B65-7D30-0360-F75D-9AF8452DE4D0}"/>
          </ac:spMkLst>
        </pc:spChg>
        <pc:spChg chg="mod">
          <ac:chgData name="Tomy Doda" userId="023a5e24-f089-4e82-9406-b78528d4275d" providerId="ADAL" clId="{46B57ECA-90EE-4DEE-B7FC-CF6B2BB407ED}" dt="2026-01-05T10:49:35.604" v="988" actId="207"/>
          <ac:spMkLst>
            <pc:docMk/>
            <pc:sldMk cId="3779570210" sldId="257"/>
            <ac:spMk id="31" creationId="{A43EFB61-40A5-B397-936E-4BCC8C08EFD0}"/>
          </ac:spMkLst>
        </pc:spChg>
        <pc:grpChg chg="add mod">
          <ac:chgData name="Tomy Doda" userId="023a5e24-f089-4e82-9406-b78528d4275d" providerId="ADAL" clId="{46B57ECA-90EE-4DEE-B7FC-CF6B2BB407ED}" dt="2026-01-05T10:49:24.185" v="984" actId="1076"/>
          <ac:grpSpMkLst>
            <pc:docMk/>
            <pc:sldMk cId="3779570210" sldId="257"/>
            <ac:grpSpMk id="2" creationId="{296AE7FA-C399-CD10-B5DA-7E694E036B37}"/>
          </ac:grpSpMkLst>
        </pc:grpChg>
        <pc:grpChg chg="add mod">
          <ac:chgData name="Tomy Doda" userId="023a5e24-f089-4e82-9406-b78528d4275d" providerId="ADAL" clId="{46B57ECA-90EE-4DEE-B7FC-CF6B2BB407ED}" dt="2026-01-05T10:49:11.624" v="971" actId="1076"/>
          <ac:grpSpMkLst>
            <pc:docMk/>
            <pc:sldMk cId="3779570210" sldId="257"/>
            <ac:grpSpMk id="15" creationId="{91AE2B10-EA61-27FC-E1A8-284732C78650}"/>
          </ac:grpSpMkLst>
        </pc:grpChg>
        <pc:cxnChg chg="add mod">
          <ac:chgData name="Tomy Doda" userId="023a5e24-f089-4e82-9406-b78528d4275d" providerId="ADAL" clId="{46B57ECA-90EE-4DEE-B7FC-CF6B2BB407ED}" dt="2026-01-05T10:49:44.352" v="991" actId="13822"/>
          <ac:cxnSpMkLst>
            <pc:docMk/>
            <pc:sldMk cId="3779570210" sldId="257"/>
            <ac:cxnSpMk id="32" creationId="{B5D56518-E43A-951B-C629-1B0512A288A2}"/>
          </ac:cxnSpMkLst>
        </pc:cxnChg>
      </pc:sldChg>
      <pc:sldChg chg="addSp delSp modSp new mod ord">
        <pc:chgData name="Tomy Doda" userId="023a5e24-f089-4e82-9406-b78528d4275d" providerId="ADAL" clId="{46B57ECA-90EE-4DEE-B7FC-CF6B2BB407ED}" dt="2026-01-09T13:51:24.317" v="5621" actId="20577"/>
        <pc:sldMkLst>
          <pc:docMk/>
          <pc:sldMk cId="3295306692" sldId="258"/>
        </pc:sldMkLst>
        <pc:spChg chg="add mod">
          <ac:chgData name="Tomy Doda" userId="023a5e24-f089-4e82-9406-b78528d4275d" providerId="ADAL" clId="{46B57ECA-90EE-4DEE-B7FC-CF6B2BB407ED}" dt="2026-01-08T14:55:59.295" v="3939" actId="207"/>
          <ac:spMkLst>
            <pc:docMk/>
            <pc:sldMk cId="3295306692" sldId="258"/>
            <ac:spMk id="2" creationId="{95B9ED60-1C6D-5F1E-7F35-95A623465CBF}"/>
          </ac:spMkLst>
        </pc:spChg>
        <pc:spChg chg="add mod">
          <ac:chgData name="Tomy Doda" userId="023a5e24-f089-4e82-9406-b78528d4275d" providerId="ADAL" clId="{46B57ECA-90EE-4DEE-B7FC-CF6B2BB407ED}" dt="2026-01-08T14:56:48.784" v="3960" actId="20577"/>
          <ac:spMkLst>
            <pc:docMk/>
            <pc:sldMk cId="3295306692" sldId="258"/>
            <ac:spMk id="3" creationId="{8B0D7B1A-81EA-F8D4-33AB-B898FEF3CC88}"/>
          </ac:spMkLst>
        </pc:spChg>
        <pc:spChg chg="mod">
          <ac:chgData name="Tomy Doda" userId="023a5e24-f089-4e82-9406-b78528d4275d" providerId="ADAL" clId="{46B57ECA-90EE-4DEE-B7FC-CF6B2BB407ED}" dt="2026-01-09T13:44:49.421" v="5063" actId="11"/>
          <ac:spMkLst>
            <pc:docMk/>
            <pc:sldMk cId="3295306692" sldId="258"/>
            <ac:spMk id="5" creationId="{88C8C82F-9E45-B47D-E851-F5F8E0E001CB}"/>
          </ac:spMkLst>
        </pc:spChg>
        <pc:spChg chg="mod">
          <ac:chgData name="Tomy Doda" userId="023a5e24-f089-4e82-9406-b78528d4275d" providerId="ADAL" clId="{46B57ECA-90EE-4DEE-B7FC-CF6B2BB407ED}" dt="2026-01-09T13:51:13" v="5610"/>
          <ac:spMkLst>
            <pc:docMk/>
            <pc:sldMk cId="3295306692" sldId="258"/>
            <ac:spMk id="6" creationId="{C203E117-1F24-4AE8-A3BC-96506A9ECE05}"/>
          </ac:spMkLst>
        </pc:spChg>
        <pc:spChg chg="add mod">
          <ac:chgData name="Tomy Doda" userId="023a5e24-f089-4e82-9406-b78528d4275d" providerId="ADAL" clId="{46B57ECA-90EE-4DEE-B7FC-CF6B2BB407ED}" dt="2026-01-09T13:51:13" v="5610"/>
          <ac:spMkLst>
            <pc:docMk/>
            <pc:sldMk cId="3295306692" sldId="258"/>
            <ac:spMk id="7" creationId="{96D0C023-BAC2-A1BE-21E0-7C5EFED07B7A}"/>
          </ac:spMkLst>
        </pc:spChg>
        <pc:spChg chg="add mod">
          <ac:chgData name="Tomy Doda" userId="023a5e24-f089-4e82-9406-b78528d4275d" providerId="ADAL" clId="{46B57ECA-90EE-4DEE-B7FC-CF6B2BB407ED}" dt="2026-01-09T09:25:16.933" v="4669" actId="164"/>
          <ac:spMkLst>
            <pc:docMk/>
            <pc:sldMk cId="3295306692" sldId="258"/>
            <ac:spMk id="8" creationId="{7BF4ACBA-9734-1E3D-5B15-99D566FDB203}"/>
          </ac:spMkLst>
        </pc:spChg>
        <pc:spChg chg="add mod">
          <ac:chgData name="Tomy Doda" userId="023a5e24-f089-4e82-9406-b78528d4275d" providerId="ADAL" clId="{46B57ECA-90EE-4DEE-B7FC-CF6B2BB407ED}" dt="2026-01-09T09:25:16.933" v="4669" actId="164"/>
          <ac:spMkLst>
            <pc:docMk/>
            <pc:sldMk cId="3295306692" sldId="258"/>
            <ac:spMk id="9" creationId="{DC80CD86-37C8-63D5-853F-AA71935D345C}"/>
          </ac:spMkLst>
        </pc:spChg>
        <pc:spChg chg="add mod">
          <ac:chgData name="Tomy Doda" userId="023a5e24-f089-4e82-9406-b78528d4275d" providerId="ADAL" clId="{46B57ECA-90EE-4DEE-B7FC-CF6B2BB407ED}" dt="2026-01-08T13:15:36.937" v="2813"/>
          <ac:spMkLst>
            <pc:docMk/>
            <pc:sldMk cId="3295306692" sldId="258"/>
            <ac:spMk id="10" creationId="{A6F21588-1E90-DF5C-57E0-6BD6D67B13BD}"/>
          </ac:spMkLst>
        </pc:spChg>
        <pc:spChg chg="add mod">
          <ac:chgData name="Tomy Doda" userId="023a5e24-f089-4e82-9406-b78528d4275d" providerId="ADAL" clId="{46B57ECA-90EE-4DEE-B7FC-CF6B2BB407ED}" dt="2026-01-09T09:25:16.933" v="4669" actId="164"/>
          <ac:spMkLst>
            <pc:docMk/>
            <pc:sldMk cId="3295306692" sldId="258"/>
            <ac:spMk id="11" creationId="{27D7ED4B-1032-D225-0534-9C42A0DAE22E}"/>
          </ac:spMkLst>
        </pc:spChg>
        <pc:spChg chg="add mod">
          <ac:chgData name="Tomy Doda" userId="023a5e24-f089-4e82-9406-b78528d4275d" providerId="ADAL" clId="{46B57ECA-90EE-4DEE-B7FC-CF6B2BB407ED}" dt="2026-01-08T13:15:36.937" v="2813"/>
          <ac:spMkLst>
            <pc:docMk/>
            <pc:sldMk cId="3295306692" sldId="258"/>
            <ac:spMk id="12" creationId="{55F6AA93-BF7E-D12E-E57D-A6A134EB893B}"/>
          </ac:spMkLst>
        </pc:spChg>
        <pc:spChg chg="add mod">
          <ac:chgData name="Tomy Doda" userId="023a5e24-f089-4e82-9406-b78528d4275d" providerId="ADAL" clId="{46B57ECA-90EE-4DEE-B7FC-CF6B2BB407ED}" dt="2026-01-08T15:32:01.322" v="4325" actId="1076"/>
          <ac:spMkLst>
            <pc:docMk/>
            <pc:sldMk cId="3295306692" sldId="258"/>
            <ac:spMk id="13" creationId="{1E0D0E69-E979-25B1-96F8-58E89430E01A}"/>
          </ac:spMkLst>
        </pc:spChg>
        <pc:spChg chg="add mod">
          <ac:chgData name="Tomy Doda" userId="023a5e24-f089-4e82-9406-b78528d4275d" providerId="ADAL" clId="{46B57ECA-90EE-4DEE-B7FC-CF6B2BB407ED}" dt="2026-01-09T13:51:13" v="5610"/>
          <ac:spMkLst>
            <pc:docMk/>
            <pc:sldMk cId="3295306692" sldId="258"/>
            <ac:spMk id="14" creationId="{90490309-3E5F-BA0F-6619-5784710ECB97}"/>
          </ac:spMkLst>
        </pc:spChg>
        <pc:spChg chg="add mod">
          <ac:chgData name="Tomy Doda" userId="023a5e24-f089-4e82-9406-b78528d4275d" providerId="ADAL" clId="{46B57ECA-90EE-4DEE-B7FC-CF6B2BB407ED}" dt="2026-01-08T15:32:01.322" v="4325" actId="1076"/>
          <ac:spMkLst>
            <pc:docMk/>
            <pc:sldMk cId="3295306692" sldId="258"/>
            <ac:spMk id="15" creationId="{B28E856E-0EB5-CABC-89A3-B83418450599}"/>
          </ac:spMkLst>
        </pc:spChg>
        <pc:spChg chg="add mod">
          <ac:chgData name="Tomy Doda" userId="023a5e24-f089-4e82-9406-b78528d4275d" providerId="ADAL" clId="{46B57ECA-90EE-4DEE-B7FC-CF6B2BB407ED}" dt="2026-01-09T09:25:16.933" v="4669" actId="164"/>
          <ac:spMkLst>
            <pc:docMk/>
            <pc:sldMk cId="3295306692" sldId="258"/>
            <ac:spMk id="16" creationId="{9D22F6F1-B516-0C66-3465-C7F0980F4E69}"/>
          </ac:spMkLst>
        </pc:spChg>
        <pc:spChg chg="add mod">
          <ac:chgData name="Tomy Doda" userId="023a5e24-f089-4e82-9406-b78528d4275d" providerId="ADAL" clId="{46B57ECA-90EE-4DEE-B7FC-CF6B2BB407ED}" dt="2026-01-09T13:51:13" v="5610"/>
          <ac:spMkLst>
            <pc:docMk/>
            <pc:sldMk cId="3295306692" sldId="258"/>
            <ac:spMk id="17" creationId="{BC4AB46A-C71A-17DC-29E0-760EAF6A56FD}"/>
          </ac:spMkLst>
        </pc:spChg>
        <pc:spChg chg="add mod">
          <ac:chgData name="Tomy Doda" userId="023a5e24-f089-4e82-9406-b78528d4275d" providerId="ADAL" clId="{46B57ECA-90EE-4DEE-B7FC-CF6B2BB407ED}" dt="2026-01-09T13:51:13" v="5610"/>
          <ac:spMkLst>
            <pc:docMk/>
            <pc:sldMk cId="3295306692" sldId="258"/>
            <ac:spMk id="18" creationId="{629207F7-3CC9-6ED4-0AAB-588E2F15C9C9}"/>
          </ac:spMkLst>
        </pc:spChg>
        <pc:spChg chg="add mod">
          <ac:chgData name="Tomy Doda" userId="023a5e24-f089-4e82-9406-b78528d4275d" providerId="ADAL" clId="{46B57ECA-90EE-4DEE-B7FC-CF6B2BB407ED}" dt="2026-01-08T14:58:55.334" v="4014" actId="113"/>
          <ac:spMkLst>
            <pc:docMk/>
            <pc:sldMk cId="3295306692" sldId="258"/>
            <ac:spMk id="19" creationId="{AE2AB4A8-52CE-CCC7-262C-E86A79783005}"/>
          </ac:spMkLst>
        </pc:spChg>
        <pc:spChg chg="add mod">
          <ac:chgData name="Tomy Doda" userId="023a5e24-f089-4e82-9406-b78528d4275d" providerId="ADAL" clId="{46B57ECA-90EE-4DEE-B7FC-CF6B2BB407ED}" dt="2026-01-08T14:58:51.063" v="4012" actId="113"/>
          <ac:spMkLst>
            <pc:docMk/>
            <pc:sldMk cId="3295306692" sldId="258"/>
            <ac:spMk id="20" creationId="{89546869-E8DA-2906-CF09-767FA91B82A1}"/>
          </ac:spMkLst>
        </pc:spChg>
        <pc:spChg chg="add mod">
          <ac:chgData name="Tomy Doda" userId="023a5e24-f089-4e82-9406-b78528d4275d" providerId="ADAL" clId="{46B57ECA-90EE-4DEE-B7FC-CF6B2BB407ED}" dt="2026-01-09T09:25:16.933" v="4669" actId="164"/>
          <ac:spMkLst>
            <pc:docMk/>
            <pc:sldMk cId="3295306692" sldId="258"/>
            <ac:spMk id="21" creationId="{987B3CAE-3C1D-BB2F-7030-C90592C6FAAB}"/>
          </ac:spMkLst>
        </pc:spChg>
        <pc:spChg chg="add mod">
          <ac:chgData name="Tomy Doda" userId="023a5e24-f089-4e82-9406-b78528d4275d" providerId="ADAL" clId="{46B57ECA-90EE-4DEE-B7FC-CF6B2BB407ED}" dt="2026-01-09T13:50:20.332" v="5572" actId="1076"/>
          <ac:spMkLst>
            <pc:docMk/>
            <pc:sldMk cId="3295306692" sldId="258"/>
            <ac:spMk id="22" creationId="{F41DEBFF-37C1-9DEF-BFCD-E82FDF0DB955}"/>
          </ac:spMkLst>
        </pc:spChg>
        <pc:spChg chg="add mod">
          <ac:chgData name="Tomy Doda" userId="023a5e24-f089-4e82-9406-b78528d4275d" providerId="ADAL" clId="{46B57ECA-90EE-4DEE-B7FC-CF6B2BB407ED}" dt="2026-01-08T14:55:38.742" v="3929" actId="207"/>
          <ac:spMkLst>
            <pc:docMk/>
            <pc:sldMk cId="3295306692" sldId="258"/>
            <ac:spMk id="23" creationId="{2420F222-FB2F-E618-F064-BA3D6E669338}"/>
          </ac:spMkLst>
        </pc:spChg>
        <pc:spChg chg="add mod">
          <ac:chgData name="Tomy Doda" userId="023a5e24-f089-4e82-9406-b78528d4275d" providerId="ADAL" clId="{46B57ECA-90EE-4DEE-B7FC-CF6B2BB407ED}" dt="2026-01-09T13:51:13" v="5610"/>
          <ac:spMkLst>
            <pc:docMk/>
            <pc:sldMk cId="3295306692" sldId="258"/>
            <ac:spMk id="24" creationId="{4A66A86D-4D6D-A1FF-14F2-A166AB14C7A3}"/>
          </ac:spMkLst>
        </pc:spChg>
        <pc:spChg chg="add mod">
          <ac:chgData name="Tomy Doda" userId="023a5e24-f089-4e82-9406-b78528d4275d" providerId="ADAL" clId="{46B57ECA-90EE-4DEE-B7FC-CF6B2BB407ED}" dt="2026-01-09T13:51:13" v="5610"/>
          <ac:spMkLst>
            <pc:docMk/>
            <pc:sldMk cId="3295306692" sldId="258"/>
            <ac:spMk id="25" creationId="{A173AF89-5794-6CF3-D3C5-A9C7242F5B02}"/>
          </ac:spMkLst>
        </pc:spChg>
        <pc:spChg chg="mod">
          <ac:chgData name="Tomy Doda" userId="023a5e24-f089-4e82-9406-b78528d4275d" providerId="ADAL" clId="{46B57ECA-90EE-4DEE-B7FC-CF6B2BB407ED}" dt="2026-01-08T15:31:30.282" v="4314" actId="14100"/>
          <ac:spMkLst>
            <pc:docMk/>
            <pc:sldMk cId="3295306692" sldId="258"/>
            <ac:spMk id="27" creationId="{F442AB0D-4D15-ED7D-6AFF-AEC887A17783}"/>
          </ac:spMkLst>
        </pc:spChg>
        <pc:spChg chg="mod">
          <ac:chgData name="Tomy Doda" userId="023a5e24-f089-4e82-9406-b78528d4275d" providerId="ADAL" clId="{46B57ECA-90EE-4DEE-B7FC-CF6B2BB407ED}" dt="2026-01-09T13:51:13" v="5610"/>
          <ac:spMkLst>
            <pc:docMk/>
            <pc:sldMk cId="3295306692" sldId="258"/>
            <ac:spMk id="28" creationId="{372A9384-F794-AE67-E28A-226D838409DB}"/>
          </ac:spMkLst>
        </pc:spChg>
        <pc:spChg chg="mod">
          <ac:chgData name="Tomy Doda" userId="023a5e24-f089-4e82-9406-b78528d4275d" providerId="ADAL" clId="{46B57ECA-90EE-4DEE-B7FC-CF6B2BB407ED}" dt="2026-01-08T15:31:37.206" v="4317" actId="14100"/>
          <ac:spMkLst>
            <pc:docMk/>
            <pc:sldMk cId="3295306692" sldId="258"/>
            <ac:spMk id="30" creationId="{F928C498-8AD9-3AFF-D0E2-705941D4B7CF}"/>
          </ac:spMkLst>
        </pc:spChg>
        <pc:spChg chg="mod">
          <ac:chgData name="Tomy Doda" userId="023a5e24-f089-4e82-9406-b78528d4275d" providerId="ADAL" clId="{46B57ECA-90EE-4DEE-B7FC-CF6B2BB407ED}" dt="2026-01-08T15:31:39.335" v="4318" actId="1076"/>
          <ac:spMkLst>
            <pc:docMk/>
            <pc:sldMk cId="3295306692" sldId="258"/>
            <ac:spMk id="31" creationId="{AC8F7B9D-FEFF-5547-D1DB-9AF42A09C9A8}"/>
          </ac:spMkLst>
        </pc:spChg>
        <pc:spChg chg="mod">
          <ac:chgData name="Tomy Doda" userId="023a5e24-f089-4e82-9406-b78528d4275d" providerId="ADAL" clId="{46B57ECA-90EE-4DEE-B7FC-CF6B2BB407ED}" dt="2026-01-08T15:31:54.644" v="4323" actId="14100"/>
          <ac:spMkLst>
            <pc:docMk/>
            <pc:sldMk cId="3295306692" sldId="258"/>
            <ac:spMk id="33" creationId="{F35659BE-A2F7-6B2E-E0AC-C7979E560CB9}"/>
          </ac:spMkLst>
        </pc:spChg>
        <pc:spChg chg="mod">
          <ac:chgData name="Tomy Doda" userId="023a5e24-f089-4e82-9406-b78528d4275d" providerId="ADAL" clId="{46B57ECA-90EE-4DEE-B7FC-CF6B2BB407ED}" dt="2026-01-08T15:31:56.356" v="4324" actId="1076"/>
          <ac:spMkLst>
            <pc:docMk/>
            <pc:sldMk cId="3295306692" sldId="258"/>
            <ac:spMk id="34" creationId="{A709DC55-213B-FC2F-FEDF-42C7BD6D52ED}"/>
          </ac:spMkLst>
        </pc:spChg>
        <pc:spChg chg="mod">
          <ac:chgData name="Tomy Doda" userId="023a5e24-f089-4e82-9406-b78528d4275d" providerId="ADAL" clId="{46B57ECA-90EE-4DEE-B7FC-CF6B2BB407ED}" dt="2026-01-08T14:59:52.931" v="4047" actId="20577"/>
          <ac:spMkLst>
            <pc:docMk/>
            <pc:sldMk cId="3295306692" sldId="258"/>
            <ac:spMk id="36" creationId="{56CDEC70-89B0-C0D2-AF26-278B0546BC5F}"/>
          </ac:spMkLst>
        </pc:spChg>
        <pc:spChg chg="mod">
          <ac:chgData name="Tomy Doda" userId="023a5e24-f089-4e82-9406-b78528d4275d" providerId="ADAL" clId="{46B57ECA-90EE-4DEE-B7FC-CF6B2BB407ED}" dt="2026-01-08T14:59:24.705" v="4017"/>
          <ac:spMkLst>
            <pc:docMk/>
            <pc:sldMk cId="3295306692" sldId="258"/>
            <ac:spMk id="37" creationId="{005D2C49-BD07-6863-3E4C-8F402DE2EB5E}"/>
          </ac:spMkLst>
        </pc:spChg>
        <pc:spChg chg="mod">
          <ac:chgData name="Tomy Doda" userId="023a5e24-f089-4e82-9406-b78528d4275d" providerId="ADAL" clId="{46B57ECA-90EE-4DEE-B7FC-CF6B2BB407ED}" dt="2026-01-09T09:09:01.551" v="4639" actId="14100"/>
          <ac:spMkLst>
            <pc:docMk/>
            <pc:sldMk cId="3295306692" sldId="258"/>
            <ac:spMk id="39" creationId="{62C98424-FD60-E878-4599-167A0C4691C9}"/>
          </ac:spMkLst>
        </pc:spChg>
        <pc:spChg chg="mod">
          <ac:chgData name="Tomy Doda" userId="023a5e24-f089-4e82-9406-b78528d4275d" providerId="ADAL" clId="{46B57ECA-90EE-4DEE-B7FC-CF6B2BB407ED}" dt="2026-01-09T09:09:23.223" v="4648" actId="1076"/>
          <ac:spMkLst>
            <pc:docMk/>
            <pc:sldMk cId="3295306692" sldId="258"/>
            <ac:spMk id="40" creationId="{4E50C52E-F2C2-8F44-D562-860DBBF0E027}"/>
          </ac:spMkLst>
        </pc:spChg>
        <pc:spChg chg="mod">
          <ac:chgData name="Tomy Doda" userId="023a5e24-f089-4e82-9406-b78528d4275d" providerId="ADAL" clId="{46B57ECA-90EE-4DEE-B7FC-CF6B2BB407ED}" dt="2026-01-09T09:09:03.852" v="4640" actId="14100"/>
          <ac:spMkLst>
            <pc:docMk/>
            <pc:sldMk cId="3295306692" sldId="258"/>
            <ac:spMk id="42" creationId="{5706D9E5-20F6-EC15-BD19-0760834357B2}"/>
          </ac:spMkLst>
        </pc:spChg>
        <pc:spChg chg="mod">
          <ac:chgData name="Tomy Doda" userId="023a5e24-f089-4e82-9406-b78528d4275d" providerId="ADAL" clId="{46B57ECA-90EE-4DEE-B7FC-CF6B2BB407ED}" dt="2026-01-09T09:09:26.785" v="4649" actId="1076"/>
          <ac:spMkLst>
            <pc:docMk/>
            <pc:sldMk cId="3295306692" sldId="258"/>
            <ac:spMk id="43" creationId="{7C9D64ED-E5EE-7077-8845-D4D294D8CD62}"/>
          </ac:spMkLst>
        </pc:spChg>
        <pc:spChg chg="mod">
          <ac:chgData name="Tomy Doda" userId="023a5e24-f089-4e82-9406-b78528d4275d" providerId="ADAL" clId="{46B57ECA-90EE-4DEE-B7FC-CF6B2BB407ED}" dt="2026-01-09T09:09:07.527" v="4642" actId="14100"/>
          <ac:spMkLst>
            <pc:docMk/>
            <pc:sldMk cId="3295306692" sldId="258"/>
            <ac:spMk id="45" creationId="{E5BB394E-FDED-7359-651C-D870F2797ADC}"/>
          </ac:spMkLst>
        </pc:spChg>
        <pc:spChg chg="mod">
          <ac:chgData name="Tomy Doda" userId="023a5e24-f089-4e82-9406-b78528d4275d" providerId="ADAL" clId="{46B57ECA-90EE-4DEE-B7FC-CF6B2BB407ED}" dt="2026-01-09T09:09:11.754" v="4644" actId="1076"/>
          <ac:spMkLst>
            <pc:docMk/>
            <pc:sldMk cId="3295306692" sldId="258"/>
            <ac:spMk id="46" creationId="{D2021E3E-DD64-729E-CDD2-D4D5EB6C3202}"/>
          </ac:spMkLst>
        </pc:spChg>
        <pc:spChg chg="add mod">
          <ac:chgData name="Tomy Doda" userId="023a5e24-f089-4e82-9406-b78528d4275d" providerId="ADAL" clId="{46B57ECA-90EE-4DEE-B7FC-CF6B2BB407ED}" dt="2026-01-09T09:07:08.764" v="4616" actId="164"/>
          <ac:spMkLst>
            <pc:docMk/>
            <pc:sldMk cId="3295306692" sldId="258"/>
            <ac:spMk id="47" creationId="{44609922-B4C6-30E4-414F-DEF5C2DE00D9}"/>
          </ac:spMkLst>
        </pc:spChg>
        <pc:spChg chg="mod">
          <ac:chgData name="Tomy Doda" userId="023a5e24-f089-4e82-9406-b78528d4275d" providerId="ADAL" clId="{46B57ECA-90EE-4DEE-B7FC-CF6B2BB407ED}" dt="2026-01-09T09:09:05.838" v="4641" actId="14100"/>
          <ac:spMkLst>
            <pc:docMk/>
            <pc:sldMk cId="3295306692" sldId="258"/>
            <ac:spMk id="52" creationId="{D38D8B70-C030-3153-06AD-2658F6D884D3}"/>
          </ac:spMkLst>
        </pc:spChg>
        <pc:spChg chg="mod">
          <ac:chgData name="Tomy Doda" userId="023a5e24-f089-4e82-9406-b78528d4275d" providerId="ADAL" clId="{46B57ECA-90EE-4DEE-B7FC-CF6B2BB407ED}" dt="2026-01-09T09:09:30.280" v="4650" actId="1076"/>
          <ac:spMkLst>
            <pc:docMk/>
            <pc:sldMk cId="3295306692" sldId="258"/>
            <ac:spMk id="53" creationId="{B60DEF89-9510-F182-3D74-2DC5B1AD8E1D}"/>
          </ac:spMkLst>
        </pc:spChg>
        <pc:spChg chg="add mod">
          <ac:chgData name="Tomy Doda" userId="023a5e24-f089-4e82-9406-b78528d4275d" providerId="ADAL" clId="{46B57ECA-90EE-4DEE-B7FC-CF6B2BB407ED}" dt="2026-01-09T13:51:13" v="5610"/>
          <ac:spMkLst>
            <pc:docMk/>
            <pc:sldMk cId="3295306692" sldId="258"/>
            <ac:spMk id="63" creationId="{BDA00E43-7880-BE24-C7C2-8C15C262E2ED}"/>
          </ac:spMkLst>
        </pc:spChg>
        <pc:spChg chg="add mod">
          <ac:chgData name="Tomy Doda" userId="023a5e24-f089-4e82-9406-b78528d4275d" providerId="ADAL" clId="{46B57ECA-90EE-4DEE-B7FC-CF6B2BB407ED}" dt="2026-01-09T09:08:01.629" v="4629" actId="164"/>
          <ac:spMkLst>
            <pc:docMk/>
            <pc:sldMk cId="3295306692" sldId="258"/>
            <ac:spMk id="64" creationId="{A734595A-C5B9-A722-B04B-7082A991D872}"/>
          </ac:spMkLst>
        </pc:spChg>
        <pc:spChg chg="add mod">
          <ac:chgData name="Tomy Doda" userId="023a5e24-f089-4e82-9406-b78528d4275d" providerId="ADAL" clId="{46B57ECA-90EE-4DEE-B7FC-CF6B2BB407ED}" dt="2026-01-09T09:08:36.031" v="4637" actId="14100"/>
          <ac:spMkLst>
            <pc:docMk/>
            <pc:sldMk cId="3295306692" sldId="258"/>
            <ac:spMk id="67" creationId="{02398B6C-4265-C754-C8D9-A1CC5470F9A5}"/>
          </ac:spMkLst>
        </pc:spChg>
        <pc:spChg chg="mod">
          <ac:chgData name="Tomy Doda" userId="023a5e24-f089-4e82-9406-b78528d4275d" providerId="ADAL" clId="{46B57ECA-90EE-4DEE-B7FC-CF6B2BB407ED}" dt="2026-01-08T16:01:50.360" v="4500" actId="14100"/>
          <ac:spMkLst>
            <pc:docMk/>
            <pc:sldMk cId="3295306692" sldId="258"/>
            <ac:spMk id="70" creationId="{0815000A-9D40-F43C-B3EF-CAA4EBA7E4FF}"/>
          </ac:spMkLst>
        </pc:spChg>
        <pc:spChg chg="mod">
          <ac:chgData name="Tomy Doda" userId="023a5e24-f089-4e82-9406-b78528d4275d" providerId="ADAL" clId="{46B57ECA-90EE-4DEE-B7FC-CF6B2BB407ED}" dt="2026-01-08T16:01:51.515" v="4501" actId="1076"/>
          <ac:spMkLst>
            <pc:docMk/>
            <pc:sldMk cId="3295306692" sldId="258"/>
            <ac:spMk id="71" creationId="{4969D413-52AF-8675-C0F7-262C50C16375}"/>
          </ac:spMkLst>
        </pc:spChg>
        <pc:spChg chg="mod">
          <ac:chgData name="Tomy Doda" userId="023a5e24-f089-4e82-9406-b78528d4275d" providerId="ADAL" clId="{46B57ECA-90EE-4DEE-B7FC-CF6B2BB407ED}" dt="2026-01-08T16:01:53.573" v="4502" actId="14100"/>
          <ac:spMkLst>
            <pc:docMk/>
            <pc:sldMk cId="3295306692" sldId="258"/>
            <ac:spMk id="73" creationId="{1FA72B02-DB21-E3D6-DD2C-3E3F061BAB48}"/>
          </ac:spMkLst>
        </pc:spChg>
        <pc:spChg chg="mod">
          <ac:chgData name="Tomy Doda" userId="023a5e24-f089-4e82-9406-b78528d4275d" providerId="ADAL" clId="{46B57ECA-90EE-4DEE-B7FC-CF6B2BB407ED}" dt="2026-01-08T16:01:55.063" v="4503" actId="1076"/>
          <ac:spMkLst>
            <pc:docMk/>
            <pc:sldMk cId="3295306692" sldId="258"/>
            <ac:spMk id="74" creationId="{19C7B80F-564C-4201-A9E3-FBFDB2051608}"/>
          </ac:spMkLst>
        </pc:spChg>
        <pc:spChg chg="mod">
          <ac:chgData name="Tomy Doda" userId="023a5e24-f089-4e82-9406-b78528d4275d" providerId="ADAL" clId="{46B57ECA-90EE-4DEE-B7FC-CF6B2BB407ED}" dt="2026-01-08T16:02:03.832" v="4508" actId="14100"/>
          <ac:spMkLst>
            <pc:docMk/>
            <pc:sldMk cId="3295306692" sldId="258"/>
            <ac:spMk id="76" creationId="{A5D3FDFC-5D72-D6C5-808E-7B496057D98A}"/>
          </ac:spMkLst>
        </pc:spChg>
        <pc:spChg chg="mod">
          <ac:chgData name="Tomy Doda" userId="023a5e24-f089-4e82-9406-b78528d4275d" providerId="ADAL" clId="{46B57ECA-90EE-4DEE-B7FC-CF6B2BB407ED}" dt="2026-01-08T16:01:16.827" v="4474"/>
          <ac:spMkLst>
            <pc:docMk/>
            <pc:sldMk cId="3295306692" sldId="258"/>
            <ac:spMk id="77" creationId="{0326E4F6-3700-B51E-C697-8AF018DCA693}"/>
          </ac:spMkLst>
        </pc:spChg>
        <pc:spChg chg="mod">
          <ac:chgData name="Tomy Doda" userId="023a5e24-f089-4e82-9406-b78528d4275d" providerId="ADAL" clId="{46B57ECA-90EE-4DEE-B7FC-CF6B2BB407ED}" dt="2026-01-09T13:51:20.062" v="5616" actId="20577"/>
          <ac:spMkLst>
            <pc:docMk/>
            <pc:sldMk cId="3295306692" sldId="258"/>
            <ac:spMk id="82" creationId="{2CF221CA-53E3-F128-A3A6-42D5F848C7E7}"/>
          </ac:spMkLst>
        </pc:spChg>
        <pc:spChg chg="mod">
          <ac:chgData name="Tomy Doda" userId="023a5e24-f089-4e82-9406-b78528d4275d" providerId="ADAL" clId="{46B57ECA-90EE-4DEE-B7FC-CF6B2BB407ED}" dt="2026-01-08T16:02:49.294" v="4516"/>
          <ac:spMkLst>
            <pc:docMk/>
            <pc:sldMk cId="3295306692" sldId="258"/>
            <ac:spMk id="83" creationId="{4939E3D0-BE1F-26D6-1F6F-113FC9FBB070}"/>
          </ac:spMkLst>
        </pc:spChg>
        <pc:spChg chg="mod">
          <ac:chgData name="Tomy Doda" userId="023a5e24-f089-4e82-9406-b78528d4275d" providerId="ADAL" clId="{46B57ECA-90EE-4DEE-B7FC-CF6B2BB407ED}" dt="2026-01-09T13:51:24.317" v="5621" actId="20577"/>
          <ac:spMkLst>
            <pc:docMk/>
            <pc:sldMk cId="3295306692" sldId="258"/>
            <ac:spMk id="85" creationId="{D4E43421-AB50-CCCF-FE3B-703C5A25EE28}"/>
          </ac:spMkLst>
        </pc:spChg>
        <pc:spChg chg="mod">
          <ac:chgData name="Tomy Doda" userId="023a5e24-f089-4e82-9406-b78528d4275d" providerId="ADAL" clId="{46B57ECA-90EE-4DEE-B7FC-CF6B2BB407ED}" dt="2026-01-08T16:03:39.459" v="4580"/>
          <ac:spMkLst>
            <pc:docMk/>
            <pc:sldMk cId="3295306692" sldId="258"/>
            <ac:spMk id="86" creationId="{E61C4612-6DE8-F9E4-53DB-6C7ABD147CA1}"/>
          </ac:spMkLst>
        </pc:spChg>
        <pc:spChg chg="add mod">
          <ac:chgData name="Tomy Doda" userId="023a5e24-f089-4e82-9406-b78528d4275d" providerId="ADAL" clId="{46B57ECA-90EE-4DEE-B7FC-CF6B2BB407ED}" dt="2026-01-09T13:51:13" v="5610"/>
          <ac:spMkLst>
            <pc:docMk/>
            <pc:sldMk cId="3295306692" sldId="258"/>
            <ac:spMk id="91" creationId="{7494D980-8A2F-FE9F-4F62-4FED810286FA}"/>
          </ac:spMkLst>
        </pc:spChg>
        <pc:grpChg chg="add mod">
          <ac:chgData name="Tomy Doda" userId="023a5e24-f089-4e82-9406-b78528d4275d" providerId="ADAL" clId="{46B57ECA-90EE-4DEE-B7FC-CF6B2BB407ED}" dt="2026-01-08T15:32:04.550" v="4326" actId="1076"/>
          <ac:grpSpMkLst>
            <pc:docMk/>
            <pc:sldMk cId="3295306692" sldId="258"/>
            <ac:grpSpMk id="4" creationId="{ADFA5062-4E0B-ACB3-BC6F-1299CF2E691C}"/>
          </ac:grpSpMkLst>
        </pc:grpChg>
        <pc:grpChg chg="add mod">
          <ac:chgData name="Tomy Doda" userId="023a5e24-f089-4e82-9406-b78528d4275d" providerId="ADAL" clId="{46B57ECA-90EE-4DEE-B7FC-CF6B2BB407ED}" dt="2026-01-09T09:07:08.764" v="4616" actId="164"/>
          <ac:grpSpMkLst>
            <pc:docMk/>
            <pc:sldMk cId="3295306692" sldId="258"/>
            <ac:grpSpMk id="26" creationId="{08E52CEE-7A3E-66D0-1E6F-B4B26FACDF40}"/>
          </ac:grpSpMkLst>
        </pc:grpChg>
        <pc:grpChg chg="add mod">
          <ac:chgData name="Tomy Doda" userId="023a5e24-f089-4e82-9406-b78528d4275d" providerId="ADAL" clId="{46B57ECA-90EE-4DEE-B7FC-CF6B2BB407ED}" dt="2026-01-09T09:07:08.764" v="4616" actId="164"/>
          <ac:grpSpMkLst>
            <pc:docMk/>
            <pc:sldMk cId="3295306692" sldId="258"/>
            <ac:grpSpMk id="29" creationId="{9CEE3EDD-0ACA-2A8B-DC76-9ED6EE29E545}"/>
          </ac:grpSpMkLst>
        </pc:grpChg>
        <pc:grpChg chg="add mod">
          <ac:chgData name="Tomy Doda" userId="023a5e24-f089-4e82-9406-b78528d4275d" providerId="ADAL" clId="{46B57ECA-90EE-4DEE-B7FC-CF6B2BB407ED}" dt="2026-01-09T09:07:08.764" v="4616" actId="164"/>
          <ac:grpSpMkLst>
            <pc:docMk/>
            <pc:sldMk cId="3295306692" sldId="258"/>
            <ac:grpSpMk id="32" creationId="{2DFCDF3E-7B9F-C884-DB42-384B999E94E6}"/>
          </ac:grpSpMkLst>
        </pc:grpChg>
        <pc:grpChg chg="add mod">
          <ac:chgData name="Tomy Doda" userId="023a5e24-f089-4e82-9406-b78528d4275d" providerId="ADAL" clId="{46B57ECA-90EE-4DEE-B7FC-CF6B2BB407ED}" dt="2026-01-08T15:33:45.057" v="4356" actId="1076"/>
          <ac:grpSpMkLst>
            <pc:docMk/>
            <pc:sldMk cId="3295306692" sldId="258"/>
            <ac:grpSpMk id="35" creationId="{2B0F2146-C495-B42B-0BFB-A5966CB2D6C6}"/>
          </ac:grpSpMkLst>
        </pc:grpChg>
        <pc:grpChg chg="add mod">
          <ac:chgData name="Tomy Doda" userId="023a5e24-f089-4e82-9406-b78528d4275d" providerId="ADAL" clId="{46B57ECA-90EE-4DEE-B7FC-CF6B2BB407ED}" dt="2026-01-09T09:09:20.681" v="4647" actId="1076"/>
          <ac:grpSpMkLst>
            <pc:docMk/>
            <pc:sldMk cId="3295306692" sldId="258"/>
            <ac:grpSpMk id="38" creationId="{8421E9E8-E4FA-42B7-E40D-42915E02D1AB}"/>
          </ac:grpSpMkLst>
        </pc:grpChg>
        <pc:grpChg chg="add mod">
          <ac:chgData name="Tomy Doda" userId="023a5e24-f089-4e82-9406-b78528d4275d" providerId="ADAL" clId="{46B57ECA-90EE-4DEE-B7FC-CF6B2BB407ED}" dt="2026-01-09T09:09:17.703" v="4646" actId="1076"/>
          <ac:grpSpMkLst>
            <pc:docMk/>
            <pc:sldMk cId="3295306692" sldId="258"/>
            <ac:grpSpMk id="41" creationId="{821B541D-588C-1666-7D51-B520514CB704}"/>
          </ac:grpSpMkLst>
        </pc:grpChg>
        <pc:grpChg chg="add mod">
          <ac:chgData name="Tomy Doda" userId="023a5e24-f089-4e82-9406-b78528d4275d" providerId="ADAL" clId="{46B57ECA-90EE-4DEE-B7FC-CF6B2BB407ED}" dt="2026-01-09T09:09:09.729" v="4643" actId="1076"/>
          <ac:grpSpMkLst>
            <pc:docMk/>
            <pc:sldMk cId="3295306692" sldId="258"/>
            <ac:grpSpMk id="44" creationId="{9BC7A18F-EF9F-DED2-753E-A4948F5B1B64}"/>
          </ac:grpSpMkLst>
        </pc:grpChg>
        <pc:grpChg chg="add mod">
          <ac:chgData name="Tomy Doda" userId="023a5e24-f089-4e82-9406-b78528d4275d" providerId="ADAL" clId="{46B57ECA-90EE-4DEE-B7FC-CF6B2BB407ED}" dt="2026-01-09T09:09:50.633" v="4652" actId="1076"/>
          <ac:grpSpMkLst>
            <pc:docMk/>
            <pc:sldMk cId="3295306692" sldId="258"/>
            <ac:grpSpMk id="48" creationId="{CF30622B-D9DA-45AF-8A64-C446DE547923}"/>
          </ac:grpSpMkLst>
        </pc:grpChg>
        <pc:grpChg chg="add mod">
          <ac:chgData name="Tomy Doda" userId="023a5e24-f089-4e82-9406-b78528d4275d" providerId="ADAL" clId="{46B57ECA-90EE-4DEE-B7FC-CF6B2BB407ED}" dt="2026-01-09T09:09:15.270" v="4645" actId="1076"/>
          <ac:grpSpMkLst>
            <pc:docMk/>
            <pc:sldMk cId="3295306692" sldId="258"/>
            <ac:grpSpMk id="51" creationId="{400A0947-6DAB-8D30-73A9-02641D6EBDD9}"/>
          </ac:grpSpMkLst>
        </pc:grpChg>
        <pc:grpChg chg="add mod">
          <ac:chgData name="Tomy Doda" userId="023a5e24-f089-4e82-9406-b78528d4275d" providerId="ADAL" clId="{46B57ECA-90EE-4DEE-B7FC-CF6B2BB407ED}" dt="2026-01-09T09:08:05.237" v="4630" actId="1076"/>
          <ac:grpSpMkLst>
            <pc:docMk/>
            <pc:sldMk cId="3295306692" sldId="258"/>
            <ac:grpSpMk id="65" creationId="{EEECB81A-BAA2-BBB6-4C0A-506BFD1713CD}"/>
          </ac:grpSpMkLst>
        </pc:grpChg>
        <pc:grpChg chg="add mod">
          <ac:chgData name="Tomy Doda" userId="023a5e24-f089-4e82-9406-b78528d4275d" providerId="ADAL" clId="{46B57ECA-90EE-4DEE-B7FC-CF6B2BB407ED}" dt="2026-01-09T09:08:01.629" v="4629" actId="164"/>
          <ac:grpSpMkLst>
            <pc:docMk/>
            <pc:sldMk cId="3295306692" sldId="258"/>
            <ac:grpSpMk id="69" creationId="{A02AF110-D83D-928A-C4F4-7C54C0489897}"/>
          </ac:grpSpMkLst>
        </pc:grpChg>
        <pc:grpChg chg="add mod">
          <ac:chgData name="Tomy Doda" userId="023a5e24-f089-4e82-9406-b78528d4275d" providerId="ADAL" clId="{46B57ECA-90EE-4DEE-B7FC-CF6B2BB407ED}" dt="2026-01-09T09:08:01.629" v="4629" actId="164"/>
          <ac:grpSpMkLst>
            <pc:docMk/>
            <pc:sldMk cId="3295306692" sldId="258"/>
            <ac:grpSpMk id="72" creationId="{028762E1-5692-8DC7-6E48-48281DBDC14D}"/>
          </ac:grpSpMkLst>
        </pc:grpChg>
        <pc:grpChg chg="add mod">
          <ac:chgData name="Tomy Doda" userId="023a5e24-f089-4e82-9406-b78528d4275d" providerId="ADAL" clId="{46B57ECA-90EE-4DEE-B7FC-CF6B2BB407ED}" dt="2026-01-09T09:08:01.629" v="4629" actId="164"/>
          <ac:grpSpMkLst>
            <pc:docMk/>
            <pc:sldMk cId="3295306692" sldId="258"/>
            <ac:grpSpMk id="75" creationId="{82E43D99-3A84-B9A0-26AD-3E689D07C6B4}"/>
          </ac:grpSpMkLst>
        </pc:grpChg>
        <pc:grpChg chg="add mod">
          <ac:chgData name="Tomy Doda" userId="023a5e24-f089-4e82-9406-b78528d4275d" providerId="ADAL" clId="{46B57ECA-90EE-4DEE-B7FC-CF6B2BB407ED}" dt="2026-01-09T09:10:03.682" v="4654" actId="1076"/>
          <ac:grpSpMkLst>
            <pc:docMk/>
            <pc:sldMk cId="3295306692" sldId="258"/>
            <ac:grpSpMk id="81" creationId="{AF4B2247-4110-69C1-9061-01DE36583703}"/>
          </ac:grpSpMkLst>
        </pc:grpChg>
        <pc:grpChg chg="add mod">
          <ac:chgData name="Tomy Doda" userId="023a5e24-f089-4e82-9406-b78528d4275d" providerId="ADAL" clId="{46B57ECA-90EE-4DEE-B7FC-CF6B2BB407ED}" dt="2026-01-09T09:10:07.459" v="4655" actId="1076"/>
          <ac:grpSpMkLst>
            <pc:docMk/>
            <pc:sldMk cId="3295306692" sldId="258"/>
            <ac:grpSpMk id="84" creationId="{10E26326-4655-2956-C2B3-30323D299507}"/>
          </ac:grpSpMkLst>
        </pc:grpChg>
        <pc:cxnChg chg="add mod">
          <ac:chgData name="Tomy Doda" userId="023a5e24-f089-4e82-9406-b78528d4275d" providerId="ADAL" clId="{46B57ECA-90EE-4DEE-B7FC-CF6B2BB407ED}" dt="2026-01-09T09:09:34.367" v="4651" actId="208"/>
          <ac:cxnSpMkLst>
            <pc:docMk/>
            <pc:sldMk cId="3295306692" sldId="258"/>
            <ac:cxnSpMk id="66" creationId="{3A9163DE-F00D-7924-BC77-C828047E71B7}"/>
          </ac:cxnSpMkLst>
        </pc:cxnChg>
        <pc:cxnChg chg="add mod">
          <ac:chgData name="Tomy Doda" userId="023a5e24-f089-4e82-9406-b78528d4275d" providerId="ADAL" clId="{46B57ECA-90EE-4DEE-B7FC-CF6B2BB407ED}" dt="2026-01-09T09:08:05.237" v="4630" actId="1076"/>
          <ac:cxnSpMkLst>
            <pc:docMk/>
            <pc:sldMk cId="3295306692" sldId="258"/>
            <ac:cxnSpMk id="78" creationId="{91A23625-93F2-FDE7-4F61-DAAAC96BF25D}"/>
          </ac:cxnSpMkLst>
        </pc:cxnChg>
        <pc:cxnChg chg="add mod">
          <ac:chgData name="Tomy Doda" userId="023a5e24-f089-4e82-9406-b78528d4275d" providerId="ADAL" clId="{46B57ECA-90EE-4DEE-B7FC-CF6B2BB407ED}" dt="2026-01-09T13:51:08.422" v="5607" actId="14100"/>
          <ac:cxnSpMkLst>
            <pc:docMk/>
            <pc:sldMk cId="3295306692" sldId="258"/>
            <ac:cxnSpMk id="87" creationId="{ACD50830-33EA-DCF6-0BDE-F718ED0600FC}"/>
          </ac:cxnSpMkLst>
        </pc:cxnChg>
      </pc:sldChg>
      <pc:sldChg chg="addSp delSp modSp add mod">
        <pc:chgData name="Tomy Doda" userId="023a5e24-f089-4e82-9406-b78528d4275d" providerId="ADAL" clId="{46B57ECA-90EE-4DEE-B7FC-CF6B2BB407ED}" dt="2026-01-23T07:46:53.965" v="6563" actId="1076"/>
        <pc:sldMkLst>
          <pc:docMk/>
          <pc:sldMk cId="1803360714" sldId="259"/>
        </pc:sldMkLst>
        <pc:spChg chg="mod">
          <ac:chgData name="Tomy Doda" userId="023a5e24-f089-4e82-9406-b78528d4275d" providerId="ADAL" clId="{46B57ECA-90EE-4DEE-B7FC-CF6B2BB407ED}" dt="2026-01-21T08:36:48.293" v="6164" actId="20577"/>
          <ac:spMkLst>
            <pc:docMk/>
            <pc:sldMk cId="1803360714" sldId="259"/>
            <ac:spMk id="5" creationId="{CC6A966A-5C52-579F-35AE-F4FA8FA4468B}"/>
          </ac:spMkLst>
        </pc:spChg>
        <pc:spChg chg="mod">
          <ac:chgData name="Tomy Doda" userId="023a5e24-f089-4e82-9406-b78528d4275d" providerId="ADAL" clId="{46B57ECA-90EE-4DEE-B7FC-CF6B2BB407ED}" dt="2026-01-09T13:46:59.371" v="5331" actId="20577"/>
          <ac:spMkLst>
            <pc:docMk/>
            <pc:sldMk cId="1803360714" sldId="259"/>
            <ac:spMk id="6" creationId="{EC55D40B-2F18-985D-06E0-F289F9F179D7}"/>
          </ac:spMkLst>
        </pc:spChg>
        <pc:spChg chg="mod">
          <ac:chgData name="Tomy Doda" userId="023a5e24-f089-4e82-9406-b78528d4275d" providerId="ADAL" clId="{46B57ECA-90EE-4DEE-B7FC-CF6B2BB407ED}" dt="2026-01-09T13:42:57.372" v="4948" actId="20577"/>
          <ac:spMkLst>
            <pc:docMk/>
            <pc:sldMk cId="1803360714" sldId="259"/>
            <ac:spMk id="13" creationId="{B56A90DF-C25A-2903-BFEA-11B895CC4C5D}"/>
          </ac:spMkLst>
        </pc:spChg>
        <pc:spChg chg="mod topLvl">
          <ac:chgData name="Tomy Doda" userId="023a5e24-f089-4e82-9406-b78528d4275d" providerId="ADAL" clId="{46B57ECA-90EE-4DEE-B7FC-CF6B2BB407ED}" dt="2026-01-09T13:38:20.191" v="4792" actId="165"/>
          <ac:spMkLst>
            <pc:docMk/>
            <pc:sldMk cId="1803360714" sldId="259"/>
            <ac:spMk id="14" creationId="{9062E857-F10B-0A3D-64FB-F60529D55604}"/>
          </ac:spMkLst>
        </pc:spChg>
        <pc:spChg chg="mod">
          <ac:chgData name="Tomy Doda" userId="023a5e24-f089-4e82-9406-b78528d4275d" providerId="ADAL" clId="{46B57ECA-90EE-4DEE-B7FC-CF6B2BB407ED}" dt="2026-01-09T13:56:32.274" v="5760" actId="1076"/>
          <ac:spMkLst>
            <pc:docMk/>
            <pc:sldMk cId="1803360714" sldId="259"/>
            <ac:spMk id="15" creationId="{1DEDFE7D-E96F-C803-0F0A-17EA2398DAFF}"/>
          </ac:spMkLst>
        </pc:spChg>
        <pc:spChg chg="mod">
          <ac:chgData name="Tomy Doda" userId="023a5e24-f089-4e82-9406-b78528d4275d" providerId="ADAL" clId="{46B57ECA-90EE-4DEE-B7FC-CF6B2BB407ED}" dt="2026-01-09T13:56:36.155" v="5762" actId="1076"/>
          <ac:spMkLst>
            <pc:docMk/>
            <pc:sldMk cId="1803360714" sldId="259"/>
            <ac:spMk id="17" creationId="{AB327DEF-4559-224D-122F-E08DADEE8675}"/>
          </ac:spMkLst>
        </pc:spChg>
        <pc:spChg chg="mod">
          <ac:chgData name="Tomy Doda" userId="023a5e24-f089-4e82-9406-b78528d4275d" providerId="ADAL" clId="{46B57ECA-90EE-4DEE-B7FC-CF6B2BB407ED}" dt="2026-01-09T13:56:44.875" v="5765" actId="1076"/>
          <ac:spMkLst>
            <pc:docMk/>
            <pc:sldMk cId="1803360714" sldId="259"/>
            <ac:spMk id="18" creationId="{8D9A603A-64DC-96DA-89AA-5AB26E81005E}"/>
          </ac:spMkLst>
        </pc:spChg>
        <pc:spChg chg="mod">
          <ac:chgData name="Tomy Doda" userId="023a5e24-f089-4e82-9406-b78528d4275d" providerId="ADAL" clId="{46B57ECA-90EE-4DEE-B7FC-CF6B2BB407ED}" dt="2026-01-09T13:48:35.405" v="5446" actId="14100"/>
          <ac:spMkLst>
            <pc:docMk/>
            <pc:sldMk cId="1803360714" sldId="259"/>
            <ac:spMk id="19" creationId="{F9A68617-FA00-F1A3-2BFC-A47AFA4AD2CF}"/>
          </ac:spMkLst>
        </pc:spChg>
        <pc:spChg chg="mod topLvl">
          <ac:chgData name="Tomy Doda" userId="023a5e24-f089-4e82-9406-b78528d4275d" providerId="ADAL" clId="{46B57ECA-90EE-4DEE-B7FC-CF6B2BB407ED}" dt="2026-01-09T13:47:44.138" v="5420" actId="20577"/>
          <ac:spMkLst>
            <pc:docMk/>
            <pc:sldMk cId="1803360714" sldId="259"/>
            <ac:spMk id="20" creationId="{1631B64B-6415-E4DA-0FA7-E7D138CD8680}"/>
          </ac:spMkLst>
        </pc:spChg>
        <pc:spChg chg="mod">
          <ac:chgData name="Tomy Doda" userId="023a5e24-f089-4e82-9406-b78528d4275d" providerId="ADAL" clId="{46B57ECA-90EE-4DEE-B7FC-CF6B2BB407ED}" dt="2026-01-09T13:48:02.750" v="5430"/>
          <ac:spMkLst>
            <pc:docMk/>
            <pc:sldMk cId="1803360714" sldId="259"/>
            <ac:spMk id="21" creationId="{1A30EF90-DBE5-1075-3364-C6AEBF3EB256}"/>
          </ac:spMkLst>
        </pc:spChg>
        <pc:spChg chg="mod">
          <ac:chgData name="Tomy Doda" userId="023a5e24-f089-4e82-9406-b78528d4275d" providerId="ADAL" clId="{46B57ECA-90EE-4DEE-B7FC-CF6B2BB407ED}" dt="2026-01-09T13:50:36.449" v="5602" actId="1076"/>
          <ac:spMkLst>
            <pc:docMk/>
            <pc:sldMk cId="1803360714" sldId="259"/>
            <ac:spMk id="22" creationId="{57FBE8A5-435D-83CE-558C-9A2D507E011C}"/>
          </ac:spMkLst>
        </pc:spChg>
        <pc:spChg chg="mod">
          <ac:chgData name="Tomy Doda" userId="023a5e24-f089-4e82-9406-b78528d4275d" providerId="ADAL" clId="{46B57ECA-90EE-4DEE-B7FC-CF6B2BB407ED}" dt="2026-01-09T13:49:41.857" v="5543" actId="1076"/>
          <ac:spMkLst>
            <pc:docMk/>
            <pc:sldMk cId="1803360714" sldId="259"/>
            <ac:spMk id="25" creationId="{96B32F9C-8772-0C9D-7BFB-0929B489EF6C}"/>
          </ac:spMkLst>
        </pc:spChg>
        <pc:spChg chg="mod">
          <ac:chgData name="Tomy Doda" userId="023a5e24-f089-4e82-9406-b78528d4275d" providerId="ADAL" clId="{46B57ECA-90EE-4DEE-B7FC-CF6B2BB407ED}" dt="2026-01-21T08:44:53.761" v="6289" actId="14100"/>
          <ac:spMkLst>
            <pc:docMk/>
            <pc:sldMk cId="1803360714" sldId="259"/>
            <ac:spMk id="45" creationId="{E21D134E-0132-C1C5-C065-21B05425E69E}"/>
          </ac:spMkLst>
        </pc:spChg>
        <pc:spChg chg="mod">
          <ac:chgData name="Tomy Doda" userId="023a5e24-f089-4e82-9406-b78528d4275d" providerId="ADAL" clId="{46B57ECA-90EE-4DEE-B7FC-CF6B2BB407ED}" dt="2026-01-09T13:53:13.605" v="5651" actId="1076"/>
          <ac:spMkLst>
            <pc:docMk/>
            <pc:sldMk cId="1803360714" sldId="259"/>
            <ac:spMk id="46" creationId="{84B3AE7F-9F46-E6F6-16E7-73A9567B27AD}"/>
          </ac:spMkLst>
        </pc:spChg>
        <pc:spChg chg="add mod">
          <ac:chgData name="Tomy Doda" userId="023a5e24-f089-4e82-9406-b78528d4275d" providerId="ADAL" clId="{46B57ECA-90EE-4DEE-B7FC-CF6B2BB407ED}" dt="2026-01-09T13:56:33.721" v="5761" actId="1076"/>
          <ac:spMkLst>
            <pc:docMk/>
            <pc:sldMk cId="1803360714" sldId="259"/>
            <ac:spMk id="49" creationId="{66DE9FD9-AD72-A396-1680-B4CB68A3843A}"/>
          </ac:spMkLst>
        </pc:spChg>
        <pc:spChg chg="add mod">
          <ac:chgData name="Tomy Doda" userId="023a5e24-f089-4e82-9406-b78528d4275d" providerId="ADAL" clId="{46B57ECA-90EE-4DEE-B7FC-CF6B2BB407ED}" dt="2026-01-09T13:56:48.533" v="5767" actId="1076"/>
          <ac:spMkLst>
            <pc:docMk/>
            <pc:sldMk cId="1803360714" sldId="259"/>
            <ac:spMk id="50" creationId="{82BD4B5C-8BCC-D66A-8A6B-2817C0926228}"/>
          </ac:spMkLst>
        </pc:spChg>
        <pc:spChg chg="mod">
          <ac:chgData name="Tomy Doda" userId="023a5e24-f089-4e82-9406-b78528d4275d" providerId="ADAL" clId="{46B57ECA-90EE-4DEE-B7FC-CF6B2BB407ED}" dt="2026-01-09T13:52:22.706" v="5633" actId="14100"/>
          <ac:spMkLst>
            <pc:docMk/>
            <pc:sldMk cId="1803360714" sldId="259"/>
            <ac:spMk id="52" creationId="{AFDC4BA7-E1B1-39AF-5425-97D46EC3FFA0}"/>
          </ac:spMkLst>
        </pc:spChg>
        <pc:spChg chg="mod">
          <ac:chgData name="Tomy Doda" userId="023a5e24-f089-4e82-9406-b78528d4275d" providerId="ADAL" clId="{46B57ECA-90EE-4DEE-B7FC-CF6B2BB407ED}" dt="2026-01-09T13:52:26.085" v="5634" actId="1076"/>
          <ac:spMkLst>
            <pc:docMk/>
            <pc:sldMk cId="1803360714" sldId="259"/>
            <ac:spMk id="53" creationId="{A9F5999A-E797-A1FB-8EEB-A743A1414F13}"/>
          </ac:spMkLst>
        </pc:spChg>
        <pc:spChg chg="add mod">
          <ac:chgData name="Tomy Doda" userId="023a5e24-f089-4e82-9406-b78528d4275d" providerId="ADAL" clId="{46B57ECA-90EE-4DEE-B7FC-CF6B2BB407ED}" dt="2026-01-09T13:48:57.675" v="5478" actId="20577"/>
          <ac:spMkLst>
            <pc:docMk/>
            <pc:sldMk cId="1803360714" sldId="259"/>
            <ac:spMk id="54" creationId="{3E11511D-5C22-5F41-CFDC-11BB345A1DB5}"/>
          </ac:spMkLst>
        </pc:spChg>
        <pc:spChg chg="add mod">
          <ac:chgData name="Tomy Doda" userId="023a5e24-f089-4e82-9406-b78528d4275d" providerId="ADAL" clId="{46B57ECA-90EE-4DEE-B7FC-CF6B2BB407ED}" dt="2026-01-09T13:49:36.739" v="5542" actId="20577"/>
          <ac:spMkLst>
            <pc:docMk/>
            <pc:sldMk cId="1803360714" sldId="259"/>
            <ac:spMk id="55" creationId="{8A042519-65AF-1E2F-66E4-966883C732A7}"/>
          </ac:spMkLst>
        </pc:spChg>
        <pc:spChg chg="add mod">
          <ac:chgData name="Tomy Doda" userId="023a5e24-f089-4e82-9406-b78528d4275d" providerId="ADAL" clId="{46B57ECA-90EE-4DEE-B7FC-CF6B2BB407ED}" dt="2026-01-09T13:49:43.975" v="5545" actId="1076"/>
          <ac:spMkLst>
            <pc:docMk/>
            <pc:sldMk cId="1803360714" sldId="259"/>
            <ac:spMk id="56" creationId="{CB4EFA94-7020-C231-DFD8-FAEABE78414D}"/>
          </ac:spMkLst>
        </pc:spChg>
        <pc:spChg chg="add mod">
          <ac:chgData name="Tomy Doda" userId="023a5e24-f089-4e82-9406-b78528d4275d" providerId="ADAL" clId="{46B57ECA-90EE-4DEE-B7FC-CF6B2BB407ED}" dt="2026-01-09T13:49:45.974" v="5547" actId="1076"/>
          <ac:spMkLst>
            <pc:docMk/>
            <pc:sldMk cId="1803360714" sldId="259"/>
            <ac:spMk id="57" creationId="{37C2B4AB-4B17-7C0C-0369-BD071599C310}"/>
          </ac:spMkLst>
        </pc:spChg>
        <pc:spChg chg="mod">
          <ac:chgData name="Tomy Doda" userId="023a5e24-f089-4e82-9406-b78528d4275d" providerId="ADAL" clId="{46B57ECA-90EE-4DEE-B7FC-CF6B2BB407ED}" dt="2026-01-21T08:45:02.271" v="6293" actId="14100"/>
          <ac:spMkLst>
            <pc:docMk/>
            <pc:sldMk cId="1803360714" sldId="259"/>
            <ac:spMk id="59" creationId="{19DE3AF9-3AF7-7546-7723-6546068C6D21}"/>
          </ac:spMkLst>
        </pc:spChg>
        <pc:spChg chg="mod">
          <ac:chgData name="Tomy Doda" userId="023a5e24-f089-4e82-9406-b78528d4275d" providerId="ADAL" clId="{46B57ECA-90EE-4DEE-B7FC-CF6B2BB407ED}" dt="2026-01-21T08:45:00.066" v="6292"/>
          <ac:spMkLst>
            <pc:docMk/>
            <pc:sldMk cId="1803360714" sldId="259"/>
            <ac:spMk id="60" creationId="{8516B581-303C-FAD2-E2C1-FB2A3512D031}"/>
          </ac:spMkLst>
        </pc:spChg>
        <pc:spChg chg="add mod">
          <ac:chgData name="Tomy Doda" userId="023a5e24-f089-4e82-9406-b78528d4275d" providerId="ADAL" clId="{46B57ECA-90EE-4DEE-B7FC-CF6B2BB407ED}" dt="2026-01-23T07:46:53.965" v="6563" actId="1076"/>
          <ac:spMkLst>
            <pc:docMk/>
            <pc:sldMk cId="1803360714" sldId="259"/>
            <ac:spMk id="89" creationId="{401259E9-2E32-A88E-50E4-3375FE9C4FC4}"/>
          </ac:spMkLst>
        </pc:spChg>
        <pc:spChg chg="mod">
          <ac:chgData name="Tomy Doda" userId="023a5e24-f089-4e82-9406-b78528d4275d" providerId="ADAL" clId="{46B57ECA-90EE-4DEE-B7FC-CF6B2BB407ED}" dt="2026-01-09T16:40:05.023" v="6128" actId="20577"/>
          <ac:spMkLst>
            <pc:docMk/>
            <pc:sldMk cId="1803360714" sldId="259"/>
            <ac:spMk id="92" creationId="{4A93EF31-34B9-BD50-9990-B4721A4555C8}"/>
          </ac:spMkLst>
        </pc:spChg>
        <pc:spChg chg="mod">
          <ac:chgData name="Tomy Doda" userId="023a5e24-f089-4e82-9406-b78528d4275d" providerId="ADAL" clId="{46B57ECA-90EE-4DEE-B7FC-CF6B2BB407ED}" dt="2026-01-09T15:47:04.550" v="6105" actId="1076"/>
          <ac:spMkLst>
            <pc:docMk/>
            <pc:sldMk cId="1803360714" sldId="259"/>
            <ac:spMk id="93" creationId="{3B080E2F-3EF4-E528-D78F-C4B269922426}"/>
          </ac:spMkLst>
        </pc:spChg>
        <pc:grpChg chg="mod">
          <ac:chgData name="Tomy Doda" userId="023a5e24-f089-4e82-9406-b78528d4275d" providerId="ADAL" clId="{46B57ECA-90EE-4DEE-B7FC-CF6B2BB407ED}" dt="2026-01-09T13:46:59.371" v="5331" actId="20577"/>
          <ac:grpSpMkLst>
            <pc:docMk/>
            <pc:sldMk cId="1803360714" sldId="259"/>
            <ac:grpSpMk id="4" creationId="{47A6B86C-5104-F557-3A21-23875D373F81}"/>
          </ac:grpSpMkLst>
        </pc:grpChg>
        <pc:grpChg chg="mod">
          <ac:chgData name="Tomy Doda" userId="023a5e24-f089-4e82-9406-b78528d4275d" providerId="ADAL" clId="{46B57ECA-90EE-4DEE-B7FC-CF6B2BB407ED}" dt="2026-01-09T13:53:59.548" v="5709" actId="1076"/>
          <ac:grpSpMkLst>
            <pc:docMk/>
            <pc:sldMk cId="1803360714" sldId="259"/>
            <ac:grpSpMk id="44" creationId="{8A90D7A2-2798-CA83-C35A-07675928BFC7}"/>
          </ac:grpSpMkLst>
        </pc:grpChg>
        <pc:grpChg chg="mod">
          <ac:chgData name="Tomy Doda" userId="023a5e24-f089-4e82-9406-b78528d4275d" providerId="ADAL" clId="{46B57ECA-90EE-4DEE-B7FC-CF6B2BB407ED}" dt="2026-01-09T13:53:57.825" v="5708" actId="1076"/>
          <ac:grpSpMkLst>
            <pc:docMk/>
            <pc:sldMk cId="1803360714" sldId="259"/>
            <ac:grpSpMk id="51" creationId="{70530779-A2B9-8108-14F7-059FE705036F}"/>
          </ac:grpSpMkLst>
        </pc:grpChg>
        <pc:grpChg chg="add mod">
          <ac:chgData name="Tomy Doda" userId="023a5e24-f089-4e82-9406-b78528d4275d" providerId="ADAL" clId="{46B57ECA-90EE-4DEE-B7FC-CF6B2BB407ED}" dt="2026-01-21T08:45:00.066" v="6292"/>
          <ac:grpSpMkLst>
            <pc:docMk/>
            <pc:sldMk cId="1803360714" sldId="259"/>
            <ac:grpSpMk id="58" creationId="{6E2C2AF4-4ABB-1947-E13B-56157F695915}"/>
          </ac:grpSpMkLst>
        </pc:grpChg>
        <pc:grpChg chg="add mod">
          <ac:chgData name="Tomy Doda" userId="023a5e24-f089-4e82-9406-b78528d4275d" providerId="ADAL" clId="{46B57ECA-90EE-4DEE-B7FC-CF6B2BB407ED}" dt="2026-01-09T15:47:07.616" v="6106" actId="1076"/>
          <ac:grpSpMkLst>
            <pc:docMk/>
            <pc:sldMk cId="1803360714" sldId="259"/>
            <ac:grpSpMk id="90" creationId="{9CCF472B-CF16-F0B8-AC35-ECF82E6E41C4}"/>
          </ac:grpSpMkLst>
        </pc:grpChg>
        <pc:cxnChg chg="add mod">
          <ac:chgData name="Tomy Doda" userId="023a5e24-f089-4e82-9406-b78528d4275d" providerId="ADAL" clId="{46B57ECA-90EE-4DEE-B7FC-CF6B2BB407ED}" dt="2026-01-09T13:54:34.423" v="5716" actId="208"/>
          <ac:cxnSpMkLst>
            <pc:docMk/>
            <pc:sldMk cId="1803360714" sldId="259"/>
            <ac:cxnSpMk id="61" creationId="{48F45794-9C9A-2391-F17C-F6449FE31450}"/>
          </ac:cxnSpMkLst>
        </pc:cxnChg>
        <pc:cxnChg chg="add mod">
          <ac:chgData name="Tomy Doda" userId="023a5e24-f089-4e82-9406-b78528d4275d" providerId="ADAL" clId="{46B57ECA-90EE-4DEE-B7FC-CF6B2BB407ED}" dt="2026-01-21T08:44:53.761" v="6289" actId="14100"/>
          <ac:cxnSpMkLst>
            <pc:docMk/>
            <pc:sldMk cId="1803360714" sldId="259"/>
            <ac:cxnSpMk id="68" creationId="{97CD870D-CFAE-BED3-AF38-4335CBC748C2}"/>
          </ac:cxnSpMkLst>
        </pc:cxnChg>
        <pc:cxnChg chg="add mod">
          <ac:chgData name="Tomy Doda" userId="023a5e24-f089-4e82-9406-b78528d4275d" providerId="ADAL" clId="{46B57ECA-90EE-4DEE-B7FC-CF6B2BB407ED}" dt="2026-01-09T15:47:17.558" v="6109" actId="14100"/>
          <ac:cxnSpMkLst>
            <pc:docMk/>
            <pc:sldMk cId="1803360714" sldId="259"/>
            <ac:cxnSpMk id="94" creationId="{16AE8B28-79E8-20FC-F5CA-FC889F8C614A}"/>
          </ac:cxnSpMkLst>
        </pc:cxnChg>
      </pc:sldChg>
      <pc:sldChg chg="addSp delSp modSp add mod">
        <pc:chgData name="Tomy Doda" userId="023a5e24-f089-4e82-9406-b78528d4275d" providerId="ADAL" clId="{46B57ECA-90EE-4DEE-B7FC-CF6B2BB407ED}" dt="2026-01-23T07:55:38.329" v="6912" actId="1076"/>
        <pc:sldMkLst>
          <pc:docMk/>
          <pc:sldMk cId="2233483347" sldId="260"/>
        </pc:sldMkLst>
        <pc:spChg chg="mod">
          <ac:chgData name="Tomy Doda" userId="023a5e24-f089-4e82-9406-b78528d4275d" providerId="ADAL" clId="{46B57ECA-90EE-4DEE-B7FC-CF6B2BB407ED}" dt="2026-01-23T07:46:35.727" v="6559" actId="20577"/>
          <ac:spMkLst>
            <pc:docMk/>
            <pc:sldMk cId="2233483347" sldId="260"/>
            <ac:spMk id="5" creationId="{44FA8A77-187A-401C-E3A0-F1D618A7DC1F}"/>
          </ac:spMkLst>
        </pc:spChg>
        <pc:spChg chg="mod">
          <ac:chgData name="Tomy Doda" userId="023a5e24-f089-4e82-9406-b78528d4275d" providerId="ADAL" clId="{46B57ECA-90EE-4DEE-B7FC-CF6B2BB407ED}" dt="2026-01-23T07:46:14.508" v="6498" actId="20577"/>
          <ac:spMkLst>
            <pc:docMk/>
            <pc:sldMk cId="2233483347" sldId="260"/>
            <ac:spMk id="6" creationId="{DA2C9D9F-7F14-71F4-B135-6D89A3F9ADAF}"/>
          </ac:spMkLst>
        </pc:spChg>
        <pc:spChg chg="mod">
          <ac:chgData name="Tomy Doda" userId="023a5e24-f089-4e82-9406-b78528d4275d" providerId="ADAL" clId="{46B57ECA-90EE-4DEE-B7FC-CF6B2BB407ED}" dt="2026-01-23T07:47:19.342" v="6584" actId="20577"/>
          <ac:spMkLst>
            <pc:docMk/>
            <pc:sldMk cId="2233483347" sldId="260"/>
            <ac:spMk id="15" creationId="{117BFA22-F58D-E314-3259-0044112B134A}"/>
          </ac:spMkLst>
        </pc:spChg>
        <pc:spChg chg="mod">
          <ac:chgData name="Tomy Doda" userId="023a5e24-f089-4e82-9406-b78528d4275d" providerId="ADAL" clId="{46B57ECA-90EE-4DEE-B7FC-CF6B2BB407ED}" dt="2026-01-23T07:49:23.730" v="6587" actId="1076"/>
          <ac:spMkLst>
            <pc:docMk/>
            <pc:sldMk cId="2233483347" sldId="260"/>
            <ac:spMk id="17" creationId="{FF6D4A5B-5534-7109-E470-5F87D962B709}"/>
          </ac:spMkLst>
        </pc:spChg>
        <pc:spChg chg="del">
          <ac:chgData name="Tomy Doda" userId="023a5e24-f089-4e82-9406-b78528d4275d" providerId="ADAL" clId="{46B57ECA-90EE-4DEE-B7FC-CF6B2BB407ED}" dt="2026-01-23T07:49:20.993" v="6586" actId="478"/>
          <ac:spMkLst>
            <pc:docMk/>
            <pc:sldMk cId="2233483347" sldId="260"/>
            <ac:spMk id="18" creationId="{FCBB3F43-84FD-F599-8D25-D23219856927}"/>
          </ac:spMkLst>
        </pc:spChg>
        <pc:spChg chg="mod">
          <ac:chgData name="Tomy Doda" userId="023a5e24-f089-4e82-9406-b78528d4275d" providerId="ADAL" clId="{46B57ECA-90EE-4DEE-B7FC-CF6B2BB407ED}" dt="2026-01-23T07:55:28.712" v="6908" actId="1076"/>
          <ac:spMkLst>
            <pc:docMk/>
            <pc:sldMk cId="2233483347" sldId="260"/>
            <ac:spMk id="19" creationId="{9023C678-0614-1CCC-8181-2E09CE19C7D4}"/>
          </ac:spMkLst>
        </pc:spChg>
        <pc:spChg chg="mod">
          <ac:chgData name="Tomy Doda" userId="023a5e24-f089-4e82-9406-b78528d4275d" providerId="ADAL" clId="{46B57ECA-90EE-4DEE-B7FC-CF6B2BB407ED}" dt="2026-01-23T07:55:06.136" v="6898" actId="1076"/>
          <ac:spMkLst>
            <pc:docMk/>
            <pc:sldMk cId="2233483347" sldId="260"/>
            <ac:spMk id="20" creationId="{4F71B08C-DAC9-0E89-081D-19802D158365}"/>
          </ac:spMkLst>
        </pc:spChg>
        <pc:spChg chg="mod">
          <ac:chgData name="Tomy Doda" userId="023a5e24-f089-4e82-9406-b78528d4275d" providerId="ADAL" clId="{46B57ECA-90EE-4DEE-B7FC-CF6B2BB407ED}" dt="2026-01-23T07:53:44.681" v="6811" actId="1076"/>
          <ac:spMkLst>
            <pc:docMk/>
            <pc:sldMk cId="2233483347" sldId="260"/>
            <ac:spMk id="21" creationId="{3E90DE97-C6B4-BC89-DEEC-FCBEEA4E78A6}"/>
          </ac:spMkLst>
        </pc:spChg>
        <pc:spChg chg="mod">
          <ac:chgData name="Tomy Doda" userId="023a5e24-f089-4e82-9406-b78528d4275d" providerId="ADAL" clId="{46B57ECA-90EE-4DEE-B7FC-CF6B2BB407ED}" dt="2026-01-23T07:37:20.845" v="6308" actId="14100"/>
          <ac:spMkLst>
            <pc:docMk/>
            <pc:sldMk cId="2233483347" sldId="260"/>
            <ac:spMk id="22" creationId="{7B96278B-EF2F-1AEC-0D7C-F45AEC0CD991}"/>
          </ac:spMkLst>
        </pc:spChg>
        <pc:spChg chg="del mod">
          <ac:chgData name="Tomy Doda" userId="023a5e24-f089-4e82-9406-b78528d4275d" providerId="ADAL" clId="{46B57ECA-90EE-4DEE-B7FC-CF6B2BB407ED}" dt="2026-01-23T07:51:23.693" v="6675" actId="478"/>
          <ac:spMkLst>
            <pc:docMk/>
            <pc:sldMk cId="2233483347" sldId="260"/>
            <ac:spMk id="23" creationId="{46994F39-5656-33E6-1173-AC55F0E0DFB1}"/>
          </ac:spMkLst>
        </pc:spChg>
        <pc:spChg chg="del mod">
          <ac:chgData name="Tomy Doda" userId="023a5e24-f089-4e82-9406-b78528d4275d" providerId="ADAL" clId="{46B57ECA-90EE-4DEE-B7FC-CF6B2BB407ED}" dt="2026-01-23T07:51:24.270" v="6676" actId="478"/>
          <ac:spMkLst>
            <pc:docMk/>
            <pc:sldMk cId="2233483347" sldId="260"/>
            <ac:spMk id="24" creationId="{21FCA6BA-6A5F-A82D-CE94-D428296DA716}"/>
          </ac:spMkLst>
        </pc:spChg>
        <pc:spChg chg="mod">
          <ac:chgData name="Tomy Doda" userId="023a5e24-f089-4e82-9406-b78528d4275d" providerId="ADAL" clId="{46B57ECA-90EE-4DEE-B7FC-CF6B2BB407ED}" dt="2026-01-23T07:53:08.379" v="6808" actId="1076"/>
          <ac:spMkLst>
            <pc:docMk/>
            <pc:sldMk cId="2233483347" sldId="260"/>
            <ac:spMk id="25" creationId="{74F3ACDC-C520-A030-5CA5-1EED261E103C}"/>
          </ac:spMkLst>
        </pc:spChg>
        <pc:spChg chg="add mod">
          <ac:chgData name="Tomy Doda" userId="023a5e24-f089-4e82-9406-b78528d4275d" providerId="ADAL" clId="{46B57ECA-90EE-4DEE-B7FC-CF6B2BB407ED}" dt="2026-01-23T07:53:48.098" v="6813" actId="1076"/>
          <ac:spMkLst>
            <pc:docMk/>
            <pc:sldMk cId="2233483347" sldId="260"/>
            <ac:spMk id="26" creationId="{629A691C-15B8-0E8B-5999-B12F390F3522}"/>
          </ac:spMkLst>
        </pc:spChg>
        <pc:spChg chg="add del mod">
          <ac:chgData name="Tomy Doda" userId="023a5e24-f089-4e82-9406-b78528d4275d" providerId="ADAL" clId="{46B57ECA-90EE-4DEE-B7FC-CF6B2BB407ED}" dt="2026-01-23T07:51:24.842" v="6677" actId="478"/>
          <ac:spMkLst>
            <pc:docMk/>
            <pc:sldMk cId="2233483347" sldId="260"/>
            <ac:spMk id="27" creationId="{62D17874-8410-8222-ED05-763E636BBE87}"/>
          </ac:spMkLst>
        </pc:spChg>
        <pc:spChg chg="add mod">
          <ac:chgData name="Tomy Doda" userId="023a5e24-f089-4e82-9406-b78528d4275d" providerId="ADAL" clId="{46B57ECA-90EE-4DEE-B7FC-CF6B2BB407ED}" dt="2026-01-23T07:51:40.358" v="6688" actId="20577"/>
          <ac:spMkLst>
            <pc:docMk/>
            <pc:sldMk cId="2233483347" sldId="260"/>
            <ac:spMk id="28" creationId="{D488EE57-502B-C61A-6E32-B1C5C556A121}"/>
          </ac:spMkLst>
        </pc:spChg>
        <pc:spChg chg="add mod">
          <ac:chgData name="Tomy Doda" userId="023a5e24-f089-4e82-9406-b78528d4275d" providerId="ADAL" clId="{46B57ECA-90EE-4DEE-B7FC-CF6B2BB407ED}" dt="2026-01-23T07:53:15.490" v="6810" actId="1076"/>
          <ac:spMkLst>
            <pc:docMk/>
            <pc:sldMk cId="2233483347" sldId="260"/>
            <ac:spMk id="29" creationId="{FFA519B1-247F-C7A8-25FE-7FD783355CAA}"/>
          </ac:spMkLst>
        </pc:spChg>
        <pc:spChg chg="add mod">
          <ac:chgData name="Tomy Doda" userId="023a5e24-f089-4e82-9406-b78528d4275d" providerId="ADAL" clId="{46B57ECA-90EE-4DEE-B7FC-CF6B2BB407ED}" dt="2026-01-23T07:53:13.271" v="6809" actId="1076"/>
          <ac:spMkLst>
            <pc:docMk/>
            <pc:sldMk cId="2233483347" sldId="260"/>
            <ac:spMk id="30" creationId="{9BA29B79-D6DB-79D4-70A8-52F935A4F1F2}"/>
          </ac:spMkLst>
        </pc:spChg>
        <pc:spChg chg="add mod">
          <ac:chgData name="Tomy Doda" userId="023a5e24-f089-4e82-9406-b78528d4275d" providerId="ADAL" clId="{46B57ECA-90EE-4DEE-B7FC-CF6B2BB407ED}" dt="2026-01-23T07:55:03.575" v="6897" actId="1076"/>
          <ac:spMkLst>
            <pc:docMk/>
            <pc:sldMk cId="2233483347" sldId="260"/>
            <ac:spMk id="31" creationId="{D37E38F8-429D-113B-7594-F2D4ABFDF35E}"/>
          </ac:spMkLst>
        </pc:spChg>
        <pc:spChg chg="add mod">
          <ac:chgData name="Tomy Doda" userId="023a5e24-f089-4e82-9406-b78528d4275d" providerId="ADAL" clId="{46B57ECA-90EE-4DEE-B7FC-CF6B2BB407ED}" dt="2026-01-23T07:55:36.179" v="6911" actId="14100"/>
          <ac:spMkLst>
            <pc:docMk/>
            <pc:sldMk cId="2233483347" sldId="260"/>
            <ac:spMk id="32" creationId="{8B202A8B-01BC-E4B7-7AFB-088D46D7968E}"/>
          </ac:spMkLst>
        </pc:spChg>
        <pc:spChg chg="add mod">
          <ac:chgData name="Tomy Doda" userId="023a5e24-f089-4e82-9406-b78528d4275d" providerId="ADAL" clId="{46B57ECA-90EE-4DEE-B7FC-CF6B2BB407ED}" dt="2026-01-23T07:55:38.329" v="6912" actId="1076"/>
          <ac:spMkLst>
            <pc:docMk/>
            <pc:sldMk cId="2233483347" sldId="260"/>
            <ac:spMk id="33" creationId="{930A3825-78D4-F0DA-2D1C-592A5BE52612}"/>
          </ac:spMkLst>
        </pc:spChg>
        <pc:spChg chg="del">
          <ac:chgData name="Tomy Doda" userId="023a5e24-f089-4e82-9406-b78528d4275d" providerId="ADAL" clId="{46B57ECA-90EE-4DEE-B7FC-CF6B2BB407ED}" dt="2026-01-23T07:49:20.141" v="6585" actId="478"/>
          <ac:spMkLst>
            <pc:docMk/>
            <pc:sldMk cId="2233483347" sldId="260"/>
            <ac:spMk id="49" creationId="{756FB5DE-A769-90B6-28BE-346E29ED85D9}"/>
          </ac:spMkLst>
        </pc:spChg>
        <pc:spChg chg="mod">
          <ac:chgData name="Tomy Doda" userId="023a5e24-f089-4e82-9406-b78528d4275d" providerId="ADAL" clId="{46B57ECA-90EE-4DEE-B7FC-CF6B2BB407ED}" dt="2026-01-23T07:49:25.614" v="6588" actId="1076"/>
          <ac:spMkLst>
            <pc:docMk/>
            <pc:sldMk cId="2233483347" sldId="260"/>
            <ac:spMk id="50" creationId="{833BDCE6-8B84-5149-50B7-6536EE9B24F1}"/>
          </ac:spMkLst>
        </pc:spChg>
        <pc:spChg chg="mod">
          <ac:chgData name="Tomy Doda" userId="023a5e24-f089-4e82-9406-b78528d4275d" providerId="ADAL" clId="{46B57ECA-90EE-4DEE-B7FC-CF6B2BB407ED}" dt="2026-01-23T07:55:12.847" v="6900" actId="1076"/>
          <ac:spMkLst>
            <pc:docMk/>
            <pc:sldMk cId="2233483347" sldId="260"/>
            <ac:spMk id="54" creationId="{B8EFFBED-FD7B-A128-F01A-CC0EF984181E}"/>
          </ac:spMkLst>
        </pc:spChg>
        <pc:spChg chg="mod">
          <ac:chgData name="Tomy Doda" userId="023a5e24-f089-4e82-9406-b78528d4275d" providerId="ADAL" clId="{46B57ECA-90EE-4DEE-B7FC-CF6B2BB407ED}" dt="2026-01-23T07:55:32.501" v="6910" actId="1076"/>
          <ac:spMkLst>
            <pc:docMk/>
            <pc:sldMk cId="2233483347" sldId="260"/>
            <ac:spMk id="55" creationId="{146C170A-81AB-7C80-CAE5-4C14552DD15A}"/>
          </ac:spMkLst>
        </pc:spChg>
        <pc:spChg chg="del mod">
          <ac:chgData name="Tomy Doda" userId="023a5e24-f089-4e82-9406-b78528d4275d" providerId="ADAL" clId="{46B57ECA-90EE-4DEE-B7FC-CF6B2BB407ED}" dt="2026-01-23T07:51:25.295" v="6678" actId="478"/>
          <ac:spMkLst>
            <pc:docMk/>
            <pc:sldMk cId="2233483347" sldId="260"/>
            <ac:spMk id="56" creationId="{A08F98FD-5AB9-B9A0-1179-EC84AB7D506E}"/>
          </ac:spMkLst>
        </pc:spChg>
        <pc:spChg chg="del mod">
          <ac:chgData name="Tomy Doda" userId="023a5e24-f089-4e82-9406-b78528d4275d" providerId="ADAL" clId="{46B57ECA-90EE-4DEE-B7FC-CF6B2BB407ED}" dt="2026-01-23T07:51:25.766" v="6679" actId="478"/>
          <ac:spMkLst>
            <pc:docMk/>
            <pc:sldMk cId="2233483347" sldId="260"/>
            <ac:spMk id="57" creationId="{599CE0EB-F3C6-E676-8823-0D7EF80947B3}"/>
          </ac:spMkLst>
        </pc:spChg>
        <pc:spChg chg="mod">
          <ac:chgData name="Tomy Doda" userId="023a5e24-f089-4e82-9406-b78528d4275d" providerId="ADAL" clId="{46B57ECA-90EE-4DEE-B7FC-CF6B2BB407ED}" dt="2026-01-23T07:46:50.927" v="6562" actId="1076"/>
          <ac:spMkLst>
            <pc:docMk/>
            <pc:sldMk cId="2233483347" sldId="260"/>
            <ac:spMk id="89" creationId="{279967F6-FCF4-70E8-67F6-914DF2AEF3C5}"/>
          </ac:spMkLst>
        </pc:spChg>
        <pc:grpChg chg="mod">
          <ac:chgData name="Tomy Doda" userId="023a5e24-f089-4e82-9406-b78528d4275d" providerId="ADAL" clId="{46B57ECA-90EE-4DEE-B7FC-CF6B2BB407ED}" dt="2026-01-23T07:46:14.508" v="6498" actId="20577"/>
          <ac:grpSpMkLst>
            <pc:docMk/>
            <pc:sldMk cId="2233483347" sldId="260"/>
            <ac:grpSpMk id="4" creationId="{CAEA95D1-1E27-B982-EB6C-DEC5227AEFCC}"/>
          </ac:grpSpMkLst>
        </pc:grpChg>
        <pc:grpChg chg="del">
          <ac:chgData name="Tomy Doda" userId="023a5e24-f089-4e82-9406-b78528d4275d" providerId="ADAL" clId="{46B57ECA-90EE-4DEE-B7FC-CF6B2BB407ED}" dt="2026-01-23T07:46:45.837" v="6561" actId="478"/>
          <ac:grpSpMkLst>
            <pc:docMk/>
            <pc:sldMk cId="2233483347" sldId="260"/>
            <ac:grpSpMk id="90" creationId="{77394482-B1D5-AB2C-A1EC-7D8652B5B0A8}"/>
          </ac:grpSpMkLst>
        </pc:grpChg>
        <pc:cxnChg chg="del mod">
          <ac:chgData name="Tomy Doda" userId="023a5e24-f089-4e82-9406-b78528d4275d" providerId="ADAL" clId="{46B57ECA-90EE-4DEE-B7FC-CF6B2BB407ED}" dt="2026-01-23T07:46:45.209" v="6560" actId="478"/>
          <ac:cxnSpMkLst>
            <pc:docMk/>
            <pc:sldMk cId="2233483347" sldId="260"/>
            <ac:cxnSpMk id="94" creationId="{B8E767A5-A85B-6030-D24D-8B22F56075F1}"/>
          </ac:cxnSpMkLst>
        </pc:cxn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1122363"/>
            <a:ext cx="84201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38250" y="3602038"/>
            <a:ext cx="74295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ED22CD-956B-459C-9662-B41DD1D0A18A}" type="datetimeFigureOut">
              <a:rPr lang="en-US" smtClean="0"/>
              <a:t>1/23/2026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435029-1900-4538-9FF6-A345E925228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255102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ED22CD-956B-459C-9662-B41DD1D0A18A}" type="datetimeFigureOut">
              <a:rPr lang="en-US" smtClean="0"/>
              <a:t>1/23/2026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435029-1900-4538-9FF6-A345E925228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246149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5879" y="1709740"/>
            <a:ext cx="8543925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879" y="4589465"/>
            <a:ext cx="8543925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ED22CD-956B-459C-9662-B41DD1D0A18A}" type="datetimeFigureOut">
              <a:rPr lang="en-US" smtClean="0"/>
              <a:t>1/23/2026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435029-1900-4538-9FF6-A345E925228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88718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1038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14913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ED22CD-956B-459C-9662-B41DD1D0A18A}" type="datetimeFigureOut">
              <a:rPr lang="en-US" smtClean="0"/>
              <a:t>1/23/2026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435029-1900-4538-9FF6-A345E925228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649282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365127"/>
            <a:ext cx="8543925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2329" y="1681163"/>
            <a:ext cx="4190702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2329" y="2505075"/>
            <a:ext cx="4190702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14913" y="1681163"/>
            <a:ext cx="4211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14913" y="2505075"/>
            <a:ext cx="4211340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ED22CD-956B-459C-9662-B41DD1D0A18A}" type="datetimeFigureOut">
              <a:rPr lang="en-US" smtClean="0"/>
              <a:t>1/23/2026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435029-1900-4538-9FF6-A345E925228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415784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ED22CD-956B-459C-9662-B41DD1D0A18A}" type="datetimeFigureOut">
              <a:rPr lang="en-US" smtClean="0"/>
              <a:t>1/23/2026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435029-1900-4538-9FF6-A345E925228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73518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ED22CD-956B-459C-9662-B41DD1D0A18A}" type="datetimeFigureOut">
              <a:rPr lang="en-US" smtClean="0"/>
              <a:t>1/23/2026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435029-1900-4538-9FF6-A345E925228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4251198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11340" y="987427"/>
            <a:ext cx="5014913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ED22CD-956B-459C-9662-B41DD1D0A18A}" type="datetimeFigureOut">
              <a:rPr lang="en-US" smtClean="0"/>
              <a:t>1/23/2026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435029-1900-4538-9FF6-A345E925228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575770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211340" y="987427"/>
            <a:ext cx="5014913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ED22CD-956B-459C-9662-B41DD1D0A18A}" type="datetimeFigureOut">
              <a:rPr lang="en-US" smtClean="0"/>
              <a:t>1/23/2026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435029-1900-4538-9FF6-A345E925228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846317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ED22CD-956B-459C-9662-B41DD1D0A18A}" type="datetimeFigureOut">
              <a:rPr lang="en-US" smtClean="0"/>
              <a:t>1/23/2026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435029-1900-4538-9FF6-A345E925228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108850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088982" y="365125"/>
            <a:ext cx="2135981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1038" y="365125"/>
            <a:ext cx="6284119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ED22CD-956B-459C-9662-B41DD1D0A18A}" type="datetimeFigureOut">
              <a:rPr lang="en-US" smtClean="0"/>
              <a:t>1/23/2026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435029-1900-4538-9FF6-A345E925228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704669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1038" y="365127"/>
            <a:ext cx="854392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1038" y="1825625"/>
            <a:ext cx="85439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0ED22CD-956B-459C-9662-B41DD1D0A18A}" type="datetimeFigureOut">
              <a:rPr lang="en-US" smtClean="0"/>
              <a:t>1/23/2026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1435029-1900-4538-9FF6-A345E925228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46453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8FC70ABE-D7A8-1CA3-AD12-C90837E9217C}"/>
              </a:ext>
            </a:extLst>
          </p:cNvPr>
          <p:cNvGrpSpPr/>
          <p:nvPr/>
        </p:nvGrpSpPr>
        <p:grpSpPr>
          <a:xfrm>
            <a:off x="81720" y="-8926"/>
            <a:ext cx="9602877" cy="6788262"/>
            <a:chOff x="81720" y="-8926"/>
            <a:chExt cx="9602877" cy="6788262"/>
          </a:xfrm>
        </p:grpSpPr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D1FB54CB-AD83-49C5-D817-A91D5E2D1BF7}"/>
                </a:ext>
              </a:extLst>
            </p:cNvPr>
            <p:cNvGrpSpPr/>
            <p:nvPr/>
          </p:nvGrpSpPr>
          <p:grpSpPr>
            <a:xfrm>
              <a:off x="340115" y="1651854"/>
              <a:ext cx="2337119" cy="4767536"/>
              <a:chOff x="651987" y="2675599"/>
              <a:chExt cx="2337119" cy="4353362"/>
            </a:xfrm>
          </p:grpSpPr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09135DF8-28AB-F1FE-62BF-37D6FD2F2DD8}"/>
                  </a:ext>
                </a:extLst>
              </p:cNvPr>
              <p:cNvSpPr txBox="1"/>
              <p:nvPr/>
            </p:nvSpPr>
            <p:spPr>
              <a:xfrm>
                <a:off x="651987" y="2815771"/>
                <a:ext cx="2337119" cy="4213190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txBody>
              <a:bodyPr wrap="square" rtlCol="0">
                <a:spAutoFit/>
              </a:bodyPr>
              <a:lstStyle/>
              <a:p>
                <a:pPr marL="312738" indent="-312738">
                  <a:spcAft>
                    <a:spcPts val="1200"/>
                  </a:spcAft>
                  <a:buFont typeface="+mj-lt"/>
                  <a:buAutoNum type="romanUcPeriod"/>
                </a:pPr>
                <a:r>
                  <a:rPr lang="fr-CH" sz="1000" dirty="0" err="1"/>
                  <a:t>Load</a:t>
                </a:r>
                <a:r>
                  <a:rPr lang="fr-CH" sz="1000" dirty="0"/>
                  <a:t> </a:t>
                </a:r>
                <a:r>
                  <a:rPr lang="fr-CH" sz="1000" dirty="0" err="1"/>
                  <a:t>campaign-specific</a:t>
                </a:r>
                <a:r>
                  <a:rPr lang="fr-CH" sz="1000" dirty="0"/>
                  <a:t> </a:t>
                </a:r>
                <a:r>
                  <a:rPr lang="fr-CH" sz="1000" dirty="0" err="1"/>
                  <a:t>parameters</a:t>
                </a:r>
                <a:endParaRPr lang="fr-CH" sz="1000" dirty="0"/>
              </a:p>
              <a:p>
                <a:pPr marL="312738" indent="-312738">
                  <a:spcAft>
                    <a:spcPts val="1200"/>
                  </a:spcAft>
                  <a:buFont typeface="+mj-lt"/>
                  <a:buAutoNum type="romanUcPeriod"/>
                </a:pPr>
                <a:r>
                  <a:rPr lang="fr-CH" sz="1000" dirty="0"/>
                  <a:t>For </a:t>
                </a:r>
                <a:r>
                  <a:rPr lang="fr-CH" sz="1000" dirty="0" err="1"/>
                  <a:t>each</a:t>
                </a:r>
                <a:r>
                  <a:rPr lang="fr-CH" sz="1000" dirty="0"/>
                  <a:t> data file:</a:t>
                </a:r>
              </a:p>
              <a:p>
                <a:pPr marL="447675" lvl="1" indent="-266700">
                  <a:spcAft>
                    <a:spcPts val="1200"/>
                  </a:spcAft>
                  <a:buFont typeface="+mj-lt"/>
                  <a:buAutoNum type="arabicPeriod"/>
                </a:pPr>
                <a:r>
                  <a:rPr lang="fr-CH" sz="1000" dirty="0" err="1"/>
                  <a:t>Create</a:t>
                </a:r>
                <a:r>
                  <a:rPr lang="fr-CH" sz="1000" dirty="0"/>
                  <a:t> folder</a:t>
                </a:r>
              </a:p>
              <a:p>
                <a:pPr marL="447675" lvl="1" indent="-266700">
                  <a:spcAft>
                    <a:spcPts val="1200"/>
                  </a:spcAft>
                  <a:buFont typeface="+mj-lt"/>
                  <a:buAutoNum type="arabicPeriod"/>
                </a:pPr>
                <a:r>
                  <a:rPr lang="fr-CH" sz="1000" dirty="0"/>
                  <a:t>Import the .P data file</a:t>
                </a:r>
              </a:p>
              <a:p>
                <a:pPr marL="447675" lvl="1" indent="-266700">
                  <a:spcAft>
                    <a:spcPts val="1200"/>
                  </a:spcAft>
                  <a:buFont typeface="+mj-lt"/>
                  <a:buAutoNum type="arabicPeriod"/>
                </a:pPr>
                <a:r>
                  <a:rPr lang="fr-CH" sz="1000" dirty="0" err="1"/>
                  <a:t>Modify</a:t>
                </a:r>
                <a:r>
                  <a:rPr lang="fr-CH" sz="1000" dirty="0"/>
                  <a:t> config file</a:t>
                </a:r>
              </a:p>
              <a:p>
                <a:pPr marL="447675" lvl="1" indent="-266700">
                  <a:spcAft>
                    <a:spcPts val="1200"/>
                  </a:spcAft>
                  <a:buFont typeface="+mj-lt"/>
                  <a:buAutoNum type="arabicPeriod"/>
                </a:pPr>
                <a:r>
                  <a:rPr lang="fr-CH" sz="1000" dirty="0" err="1"/>
                  <a:t>Extract</a:t>
                </a:r>
                <a:r>
                  <a:rPr lang="fr-CH" sz="1000" dirty="0"/>
                  <a:t> profiles</a:t>
                </a:r>
              </a:p>
              <a:p>
                <a:pPr marL="447675" lvl="1" indent="-266700">
                  <a:spcAft>
                    <a:spcPts val="1200"/>
                  </a:spcAft>
                  <a:buFont typeface="+mj-lt"/>
                  <a:buAutoNum type="arabicPeriod"/>
                </a:pPr>
                <a:r>
                  <a:rPr lang="fr-CH" sz="1000" dirty="0" err="1"/>
                  <a:t>Calibrate</a:t>
                </a:r>
                <a:r>
                  <a:rPr lang="fr-CH" sz="1000" dirty="0"/>
                  <a:t> FP07</a:t>
                </a:r>
              </a:p>
              <a:p>
                <a:pPr marL="447675" lvl="1" indent="-266700">
                  <a:spcAft>
                    <a:spcPts val="1200"/>
                  </a:spcAft>
                  <a:buFont typeface="+mj-lt"/>
                  <a:buAutoNum type="arabicPeriod"/>
                </a:pPr>
                <a:r>
                  <a:rPr lang="fr-CH" sz="1000" dirty="0"/>
                  <a:t>For </a:t>
                </a:r>
                <a:r>
                  <a:rPr lang="fr-CH" sz="1000" dirty="0" err="1"/>
                  <a:t>each</a:t>
                </a:r>
                <a:r>
                  <a:rPr lang="fr-CH" sz="1000" dirty="0"/>
                  <a:t> profile: run ODAS turbulence </a:t>
                </a:r>
                <a:r>
                  <a:rPr lang="fr-CH" sz="1000" dirty="0" err="1"/>
                  <a:t>analysis</a:t>
                </a:r>
                <a:r>
                  <a:rPr lang="fr-CH" sz="1000" dirty="0"/>
                  <a:t> (</a:t>
                </a:r>
                <a:r>
                  <a:rPr lang="fr-CH" sz="1000" dirty="0" err="1"/>
                  <a:t>shear</a:t>
                </a:r>
                <a:r>
                  <a:rPr lang="fr-CH" sz="1000" dirty="0"/>
                  <a:t>)</a:t>
                </a:r>
              </a:p>
              <a:p>
                <a:pPr marL="447675" lvl="1" indent="-266700">
                  <a:spcAft>
                    <a:spcPts val="1200"/>
                  </a:spcAft>
                  <a:buFont typeface="+mj-lt"/>
                  <a:buAutoNum type="arabicPeriod"/>
                </a:pPr>
                <a:r>
                  <a:rPr lang="fr-CH" sz="1000" dirty="0" err="1"/>
                  <a:t>Computes</a:t>
                </a:r>
                <a:r>
                  <a:rPr lang="fr-CH" sz="1000" dirty="0"/>
                  <a:t> </a:t>
                </a:r>
                <a:r>
                  <a:rPr lang="fr-CH" sz="1000" dirty="0" err="1"/>
                  <a:t>corrected</a:t>
                </a:r>
                <a:r>
                  <a:rPr lang="fr-CH" sz="1000" dirty="0"/>
                  <a:t> </a:t>
                </a:r>
                <a:r>
                  <a:rPr lang="fr-CH" sz="1000" dirty="0" err="1"/>
                  <a:t>conductivity</a:t>
                </a:r>
                <a:r>
                  <a:rPr lang="fr-CH" sz="1000" dirty="0"/>
                  <a:t>, </a:t>
                </a:r>
                <a:r>
                  <a:rPr lang="fr-CH" sz="1000" dirty="0" err="1"/>
                  <a:t>salinity</a:t>
                </a:r>
                <a:r>
                  <a:rPr lang="fr-CH" sz="1000" dirty="0"/>
                  <a:t> and </a:t>
                </a:r>
                <a:r>
                  <a:rPr lang="fr-CH" sz="1000" dirty="0" err="1"/>
                  <a:t>density</a:t>
                </a:r>
                <a:endParaRPr lang="fr-CH" sz="1000" dirty="0"/>
              </a:p>
              <a:p>
                <a:pPr marL="447675" lvl="1" indent="-266700">
                  <a:spcAft>
                    <a:spcPts val="1200"/>
                  </a:spcAft>
                  <a:buFont typeface="+mj-lt"/>
                  <a:buAutoNum type="arabicPeriod"/>
                </a:pPr>
                <a:r>
                  <a:rPr lang="fr-CH" sz="1000" dirty="0"/>
                  <a:t>For </a:t>
                </a:r>
                <a:r>
                  <a:rPr lang="fr-CH" sz="1000" dirty="0" err="1"/>
                  <a:t>each</a:t>
                </a:r>
                <a:r>
                  <a:rPr lang="fr-CH" sz="1000" dirty="0"/>
                  <a:t> profile: run </a:t>
                </a:r>
                <a:r>
                  <a:rPr lang="fr-CH" sz="1000" dirty="0" err="1"/>
                  <a:t>Piccolroaz</a:t>
                </a:r>
                <a:r>
                  <a:rPr lang="fr-CH" sz="1000" dirty="0"/>
                  <a:t> </a:t>
                </a:r>
                <a:r>
                  <a:rPr lang="fr-CH" sz="1000" dirty="0" err="1"/>
                  <a:t>analysis</a:t>
                </a:r>
                <a:r>
                  <a:rPr lang="fr-CH" sz="1000" dirty="0"/>
                  <a:t> (</a:t>
                </a:r>
                <a:r>
                  <a:rPr lang="fr-CH" sz="1000" dirty="0" err="1"/>
                  <a:t>shear</a:t>
                </a:r>
                <a:r>
                  <a:rPr lang="fr-CH" sz="1000" dirty="0"/>
                  <a:t> + FP07)</a:t>
                </a:r>
              </a:p>
              <a:p>
                <a:pPr marL="447675" lvl="1" indent="-266700">
                  <a:spcAft>
                    <a:spcPts val="1200"/>
                  </a:spcAft>
                  <a:buFont typeface="+mj-lt"/>
                  <a:buAutoNum type="arabicPeriod"/>
                </a:pPr>
                <a:r>
                  <a:rPr lang="fr-CH" sz="1000" dirty="0"/>
                  <a:t>Save the data</a:t>
                </a:r>
              </a:p>
            </p:txBody>
          </p:sp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A9FAAB5-AD03-FE0C-71C7-AE49F9F3A114}"/>
                  </a:ext>
                </a:extLst>
              </p:cNvPr>
              <p:cNvSpPr txBox="1"/>
              <p:nvPr/>
            </p:nvSpPr>
            <p:spPr>
              <a:xfrm>
                <a:off x="978139" y="2675599"/>
                <a:ext cx="1684814" cy="224939"/>
              </a:xfrm>
              <a:prstGeom prst="roundRect">
                <a:avLst>
                  <a:gd name="adj" fmla="val 42994"/>
                </a:avLst>
              </a:prstGeom>
              <a:solidFill>
                <a:schemeClr val="tx2">
                  <a:lumMod val="50000"/>
                  <a:lumOff val="50000"/>
                </a:schemeClr>
              </a:solidFill>
            </p:spPr>
            <p:txBody>
              <a:bodyPr wrap="square" lIns="0" tIns="0" rIns="0" bIns="0" rtlCol="0" anchor="ctr" anchorCtr="0">
                <a:spAutoFit/>
              </a:bodyPr>
              <a:lstStyle/>
              <a:p>
                <a:pPr algn="ctr"/>
                <a:r>
                  <a:rPr lang="fr-CH" sz="1100" b="1" dirty="0" err="1">
                    <a:solidFill>
                      <a:schemeClr val="bg1"/>
                    </a:solidFill>
                  </a:rPr>
                  <a:t>analyze_profiles.m</a:t>
                </a:r>
                <a:endParaRPr lang="fr-CH" sz="1100" b="1" dirty="0">
                  <a:solidFill>
                    <a:schemeClr val="bg1"/>
                  </a:solidFill>
                </a:endParaRPr>
              </a:p>
            </p:txBody>
          </p:sp>
        </p:grpSp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7B0A192C-FE6F-C279-CB81-01CC2D50F70D}"/>
                </a:ext>
              </a:extLst>
            </p:cNvPr>
            <p:cNvGrpSpPr/>
            <p:nvPr/>
          </p:nvGrpSpPr>
          <p:grpSpPr>
            <a:xfrm>
              <a:off x="3075694" y="220768"/>
              <a:ext cx="2456027" cy="1000155"/>
              <a:chOff x="497282" y="2693898"/>
              <a:chExt cx="2456027" cy="1000155"/>
            </a:xfrm>
          </p:grpSpPr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1CD1F9E8-AEB6-8587-DDB7-7FE354DDC648}"/>
                  </a:ext>
                </a:extLst>
              </p:cNvPr>
              <p:cNvSpPr txBox="1"/>
              <p:nvPr/>
            </p:nvSpPr>
            <p:spPr>
              <a:xfrm>
                <a:off x="497282" y="2910860"/>
                <a:ext cx="2456027" cy="783193"/>
              </a:xfrm>
              <a:prstGeom prst="round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</p:spPr>
            <p:txBody>
              <a:bodyPr wrap="square" rtlCol="0">
                <a:spAutoFit/>
              </a:bodyPr>
              <a:lstStyle/>
              <a:p>
                <a:r>
                  <a:rPr lang="fr-CH" sz="1000" dirty="0" err="1"/>
                  <a:t>Contains</a:t>
                </a:r>
                <a:r>
                  <a:rPr lang="fr-CH" sz="1000" dirty="0"/>
                  <a:t> </a:t>
                </a:r>
                <a:r>
                  <a:rPr lang="fr-CH" sz="1000" dirty="0" err="1"/>
                  <a:t>parameters</a:t>
                </a:r>
                <a:r>
                  <a:rPr lang="fr-CH" sz="1000" dirty="0"/>
                  <a:t> </a:t>
                </a:r>
                <a:r>
                  <a:rPr lang="fr-CH" sz="1000" dirty="0" err="1"/>
                  <a:t>required</a:t>
                </a:r>
                <a:r>
                  <a:rPr lang="fr-CH" sz="1000" dirty="0"/>
                  <a:t> for the </a:t>
                </a:r>
                <a:r>
                  <a:rPr lang="fr-CH" sz="1000" dirty="0" err="1"/>
                  <a:t>analysis</a:t>
                </a:r>
                <a:r>
                  <a:rPr lang="fr-CH" sz="1000" dirty="0"/>
                  <a:t>, </a:t>
                </a:r>
                <a:r>
                  <a:rPr lang="fr-CH" sz="1000" dirty="0" err="1"/>
                  <a:t>dependent</a:t>
                </a:r>
                <a:r>
                  <a:rPr lang="fr-CH" sz="1000" dirty="0"/>
                  <a:t> on the instrument type, instrument configuration and </a:t>
                </a:r>
                <a:r>
                  <a:rPr lang="fr-CH" sz="1000" dirty="0" err="1"/>
                  <a:t>field</a:t>
                </a:r>
                <a:r>
                  <a:rPr lang="fr-CH" sz="1000" dirty="0"/>
                  <a:t> </a:t>
                </a:r>
                <a:r>
                  <a:rPr lang="fr-CH" sz="1000" dirty="0" err="1"/>
                  <a:t>campaign</a:t>
                </a:r>
                <a:r>
                  <a:rPr lang="fr-CH" sz="1000" dirty="0"/>
                  <a:t>.</a:t>
                </a:r>
              </a:p>
            </p:txBody>
          </p:sp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3AD557AA-AAD2-A8B5-3744-763F7C21AB06}"/>
                  </a:ext>
                </a:extLst>
              </p:cNvPr>
              <p:cNvSpPr txBox="1"/>
              <p:nvPr/>
            </p:nvSpPr>
            <p:spPr>
              <a:xfrm>
                <a:off x="651986" y="2693898"/>
                <a:ext cx="2146621" cy="224939"/>
              </a:xfrm>
              <a:prstGeom prst="roundRect">
                <a:avLst>
                  <a:gd name="adj" fmla="val 42994"/>
                </a:avLst>
              </a:prstGeom>
              <a:solidFill>
                <a:schemeClr val="accent2"/>
              </a:solidFill>
            </p:spPr>
            <p:txBody>
              <a:bodyPr wrap="square" lIns="0" tIns="0" rIns="0" bIns="0" rtlCol="0" anchor="ctr" anchorCtr="0">
                <a:spAutoFit/>
              </a:bodyPr>
              <a:lstStyle/>
              <a:p>
                <a:pPr algn="ctr"/>
                <a:r>
                  <a:rPr lang="fr-CH" sz="1100" b="1" dirty="0" err="1">
                    <a:solidFill>
                      <a:schemeClr val="bg1"/>
                    </a:solidFill>
                  </a:rPr>
                  <a:t>load_parameters_</a:t>
                </a:r>
                <a:r>
                  <a:rPr lang="fr-CH" sz="1100" b="1" i="1" dirty="0" err="1">
                    <a:solidFill>
                      <a:schemeClr val="bg1"/>
                    </a:solidFill>
                  </a:rPr>
                  <a:t>lakename</a:t>
                </a:r>
                <a:r>
                  <a:rPr lang="fr-CH" sz="1100" b="1" dirty="0" err="1">
                    <a:solidFill>
                      <a:schemeClr val="bg1"/>
                    </a:solidFill>
                  </a:rPr>
                  <a:t>.m</a:t>
                </a:r>
                <a:endParaRPr lang="fr-CH" sz="1100" b="1" dirty="0">
                  <a:solidFill>
                    <a:schemeClr val="bg1"/>
                  </a:solidFill>
                </a:endParaRPr>
              </a:p>
            </p:txBody>
          </p:sp>
        </p:grp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6A4B0A1D-5FBF-5479-7E3B-20BA4A2D1BA3}"/>
                </a:ext>
              </a:extLst>
            </p:cNvPr>
            <p:cNvSpPr/>
            <p:nvPr/>
          </p:nvSpPr>
          <p:spPr>
            <a:xfrm>
              <a:off x="893287" y="829326"/>
              <a:ext cx="1247775" cy="224939"/>
            </a:xfrm>
            <a:prstGeom prst="rect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CH" sz="1100" dirty="0"/>
                <a:t>Level0/</a:t>
              </a:r>
              <a:r>
                <a:rPr lang="fr-CH" sz="1100" dirty="0" err="1"/>
                <a:t>VMPxxx.P</a:t>
              </a:r>
              <a:endParaRPr lang="fr-CH" sz="1100" dirty="0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0C751C19-24E3-47EE-2121-CAB66AE05D36}"/>
                </a:ext>
              </a:extLst>
            </p:cNvPr>
            <p:cNvSpPr/>
            <p:nvPr/>
          </p:nvSpPr>
          <p:spPr>
            <a:xfrm>
              <a:off x="110294" y="6533485"/>
              <a:ext cx="2650569" cy="245851"/>
            </a:xfrm>
            <a:prstGeom prst="rect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CH" sz="1100" dirty="0"/>
                <a:t>Level2/</a:t>
              </a:r>
              <a:r>
                <a:rPr lang="fr-CH" sz="1100" dirty="0" err="1"/>
                <a:t>VMPxxx</a:t>
              </a:r>
              <a:r>
                <a:rPr lang="fr-CH" sz="1100" dirty="0"/>
                <a:t>_.../</a:t>
              </a:r>
              <a:r>
                <a:rPr lang="fr-CH" sz="1100" dirty="0" err="1"/>
                <a:t>results_VMPxxx.mat</a:t>
              </a:r>
              <a:endParaRPr lang="fr-CH" sz="1100" dirty="0"/>
            </a:p>
          </p:txBody>
        </p:sp>
        <p:sp>
          <p:nvSpPr>
            <p:cNvPr id="13" name="Arrow: Down 12">
              <a:extLst>
                <a:ext uri="{FF2B5EF4-FFF2-40B4-BE49-F238E27FC236}">
                  <a16:creationId xmlns:a16="http://schemas.microsoft.com/office/drawing/2014/main" id="{475933ED-D6E4-A741-4422-CA3FA850547C}"/>
                </a:ext>
              </a:extLst>
            </p:cNvPr>
            <p:cNvSpPr/>
            <p:nvPr/>
          </p:nvSpPr>
          <p:spPr>
            <a:xfrm>
              <a:off x="1371441" y="1143503"/>
              <a:ext cx="200025" cy="436465"/>
            </a:xfrm>
            <a:prstGeom prst="downArrow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Arrow: Down 13">
              <a:extLst>
                <a:ext uri="{FF2B5EF4-FFF2-40B4-BE49-F238E27FC236}">
                  <a16:creationId xmlns:a16="http://schemas.microsoft.com/office/drawing/2014/main" id="{96FA0C86-E150-2492-991C-66D2F695857C}"/>
                </a:ext>
              </a:extLst>
            </p:cNvPr>
            <p:cNvSpPr/>
            <p:nvPr/>
          </p:nvSpPr>
          <p:spPr>
            <a:xfrm>
              <a:off x="1335565" y="6248324"/>
              <a:ext cx="235901" cy="254736"/>
            </a:xfrm>
            <a:prstGeom prst="downArrow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C4C7D242-C84B-AA16-9859-71494077468F}"/>
                </a:ext>
              </a:extLst>
            </p:cNvPr>
            <p:cNvCxnSpPr>
              <a:cxnSpLocks/>
              <a:stCxn id="9" idx="1"/>
            </p:cNvCxnSpPr>
            <p:nvPr/>
          </p:nvCxnSpPr>
          <p:spPr>
            <a:xfrm flipH="1">
              <a:off x="2401892" y="829327"/>
              <a:ext cx="673802" cy="1347811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2"/>
            </a:lnRef>
            <a:fillRef idx="0">
              <a:schemeClr val="accent2"/>
            </a:fillRef>
            <a:effectRef idx="1">
              <a:schemeClr val="accent2"/>
            </a:effectRef>
            <a:fontRef idx="minor">
              <a:schemeClr val="tx1"/>
            </a:fontRef>
          </p:style>
        </p:cxnSp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DC87CD93-0983-4950-3582-0760AA31FF39}"/>
                </a:ext>
              </a:extLst>
            </p:cNvPr>
            <p:cNvGrpSpPr/>
            <p:nvPr/>
          </p:nvGrpSpPr>
          <p:grpSpPr>
            <a:xfrm>
              <a:off x="6336629" y="818128"/>
              <a:ext cx="3121696" cy="659636"/>
              <a:chOff x="497281" y="2693898"/>
              <a:chExt cx="3121696" cy="659636"/>
            </a:xfrm>
          </p:grpSpPr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B5EB778A-072C-593B-25C4-E52444635971}"/>
                  </a:ext>
                </a:extLst>
              </p:cNvPr>
              <p:cNvSpPr txBox="1"/>
              <p:nvPr/>
            </p:nvSpPr>
            <p:spPr>
              <a:xfrm>
                <a:off x="497281" y="2910860"/>
                <a:ext cx="3121696" cy="442674"/>
              </a:xfrm>
              <a:prstGeom prst="round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</p:spPr>
            <p:txBody>
              <a:bodyPr wrap="square" rtlCol="0">
                <a:spAutoFit/>
              </a:bodyPr>
              <a:lstStyle/>
              <a:p>
                <a:r>
                  <a:rPr lang="fr-CH" sz="1000" dirty="0"/>
                  <a:t>Copy of </a:t>
                </a:r>
                <a:r>
                  <a:rPr lang="fr-CH" sz="1000" dirty="0">
                    <a:solidFill>
                      <a:schemeClr val="accent6"/>
                    </a:solidFill>
                  </a:rPr>
                  <a:t>odas_p2mat</a:t>
                </a:r>
                <a:r>
                  <a:rPr lang="fr-CH" sz="1000" dirty="0"/>
                  <a:t> </a:t>
                </a:r>
                <a:r>
                  <a:rPr lang="fr-CH" sz="1000" dirty="0" err="1"/>
                  <a:t>with</a:t>
                </a:r>
                <a:r>
                  <a:rPr lang="fr-CH" sz="1000" dirty="0"/>
                  <a:t> printing option: imports data </a:t>
                </a:r>
                <a:r>
                  <a:rPr lang="fr-CH" sz="1000" dirty="0" err="1"/>
                  <a:t>from</a:t>
                </a:r>
                <a:r>
                  <a:rPr lang="fr-CH" sz="1000" dirty="0"/>
                  <a:t> .P file.</a:t>
                </a:r>
              </a:p>
            </p:txBody>
          </p:sp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03A835D6-145E-F8FF-84FA-90A9B7B2B91D}"/>
                  </a:ext>
                </a:extLst>
              </p:cNvPr>
              <p:cNvSpPr txBox="1"/>
              <p:nvPr/>
            </p:nvSpPr>
            <p:spPr>
              <a:xfrm>
                <a:off x="651986" y="2693898"/>
                <a:ext cx="2146621" cy="224939"/>
              </a:xfrm>
              <a:prstGeom prst="roundRect">
                <a:avLst>
                  <a:gd name="adj" fmla="val 42994"/>
                </a:avLst>
              </a:prstGeom>
              <a:solidFill>
                <a:schemeClr val="accent2"/>
              </a:solidFill>
            </p:spPr>
            <p:txBody>
              <a:bodyPr wrap="square" lIns="0" tIns="0" rIns="0" bIns="0" rtlCol="0" anchor="ctr" anchorCtr="0">
                <a:spAutoFit/>
              </a:bodyPr>
              <a:lstStyle/>
              <a:p>
                <a:pPr algn="ctr"/>
                <a:r>
                  <a:rPr lang="fr-CH" sz="1100" b="1" dirty="0">
                    <a:solidFill>
                      <a:schemeClr val="bg1"/>
                    </a:solidFill>
                  </a:rPr>
                  <a:t>odas_p2mat_print.m</a:t>
                </a:r>
              </a:p>
            </p:txBody>
          </p:sp>
        </p:grpSp>
        <p:sp>
          <p:nvSpPr>
            <p:cNvPr id="21" name="Rectangle: Rounded Corners 20">
              <a:extLst>
                <a:ext uri="{FF2B5EF4-FFF2-40B4-BE49-F238E27FC236}">
                  <a16:creationId xmlns:a16="http://schemas.microsoft.com/office/drawing/2014/main" id="{EB019E69-EA3F-F309-49AA-514E1E0F31D1}"/>
                </a:ext>
              </a:extLst>
            </p:cNvPr>
            <p:cNvSpPr/>
            <p:nvPr/>
          </p:nvSpPr>
          <p:spPr>
            <a:xfrm>
              <a:off x="81720" y="210749"/>
              <a:ext cx="158630" cy="130969"/>
            </a:xfrm>
            <a:prstGeom prst="roundRect">
              <a:avLst/>
            </a:prstGeom>
            <a:solidFill>
              <a:schemeClr val="tx2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1E50EA1C-1C30-F12B-C703-9BAD7F0699B9}"/>
                </a:ext>
              </a:extLst>
            </p:cNvPr>
            <p:cNvSpPr txBox="1"/>
            <p:nvPr/>
          </p:nvSpPr>
          <p:spPr>
            <a:xfrm>
              <a:off x="240350" y="153122"/>
              <a:ext cx="1331118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CH" sz="1000" dirty="0"/>
                <a:t>Main </a:t>
              </a:r>
              <a:r>
                <a:rPr lang="fr-CH" sz="1000" dirty="0" err="1"/>
                <a:t>analysis</a:t>
              </a:r>
              <a:r>
                <a:rPr lang="fr-CH" sz="1000" dirty="0"/>
                <a:t> script</a:t>
              </a:r>
              <a:endParaRPr lang="en-US" sz="1000" dirty="0"/>
            </a:p>
          </p:txBody>
        </p: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B8EB0202-1F82-868B-EE36-121F53A72C36}"/>
                </a:ext>
              </a:extLst>
            </p:cNvPr>
            <p:cNvSpPr/>
            <p:nvPr/>
          </p:nvSpPr>
          <p:spPr>
            <a:xfrm>
              <a:off x="81720" y="55261"/>
              <a:ext cx="158630" cy="130969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939AFEB3-F0D3-E66F-F1B1-09F11381F776}"/>
                </a:ext>
              </a:extLst>
            </p:cNvPr>
            <p:cNvSpPr txBox="1"/>
            <p:nvPr/>
          </p:nvSpPr>
          <p:spPr>
            <a:xfrm>
              <a:off x="240350" y="-8926"/>
              <a:ext cx="1331118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CH" sz="1000" dirty="0"/>
                <a:t>Data files</a:t>
              </a:r>
              <a:endParaRPr lang="en-US" sz="1000" dirty="0"/>
            </a:p>
          </p:txBody>
        </p:sp>
        <p:sp>
          <p:nvSpPr>
            <p:cNvPr id="25" name="Rectangle: Rounded Corners 24">
              <a:extLst>
                <a:ext uri="{FF2B5EF4-FFF2-40B4-BE49-F238E27FC236}">
                  <a16:creationId xmlns:a16="http://schemas.microsoft.com/office/drawing/2014/main" id="{E7F8C7D7-1398-C382-84D1-3B52D7B3A63F}"/>
                </a:ext>
              </a:extLst>
            </p:cNvPr>
            <p:cNvSpPr/>
            <p:nvPr/>
          </p:nvSpPr>
          <p:spPr>
            <a:xfrm>
              <a:off x="81720" y="382142"/>
              <a:ext cx="158630" cy="130969"/>
            </a:xfrm>
            <a:prstGeom prst="round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C5F7EA0B-BAEC-FB0A-D13D-E1D7CA9E939A}"/>
                </a:ext>
              </a:extLst>
            </p:cNvPr>
            <p:cNvSpPr txBox="1"/>
            <p:nvPr/>
          </p:nvSpPr>
          <p:spPr>
            <a:xfrm>
              <a:off x="240349" y="324515"/>
              <a:ext cx="2786220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CH" sz="1000" dirty="0" err="1"/>
                <a:t>Customized</a:t>
              </a:r>
              <a:r>
                <a:rPr lang="fr-CH" sz="1000" dirty="0"/>
                <a:t> scripts in </a:t>
              </a:r>
              <a:r>
                <a:rPr lang="fr-CH" sz="1000" i="1" dirty="0"/>
                <a:t>microstructure</a:t>
              </a:r>
              <a:r>
                <a:rPr lang="fr-CH" sz="1000" dirty="0"/>
                <a:t> folder </a:t>
              </a:r>
              <a:endParaRPr lang="en-US" sz="1000" dirty="0"/>
            </a:p>
          </p:txBody>
        </p:sp>
        <p:sp>
          <p:nvSpPr>
            <p:cNvPr id="27" name="Rectangle: Rounded Corners 26">
              <a:extLst>
                <a:ext uri="{FF2B5EF4-FFF2-40B4-BE49-F238E27FC236}">
                  <a16:creationId xmlns:a16="http://schemas.microsoft.com/office/drawing/2014/main" id="{CC60DF08-4A36-6544-5884-9DA6815386DA}"/>
                </a:ext>
              </a:extLst>
            </p:cNvPr>
            <p:cNvSpPr/>
            <p:nvPr/>
          </p:nvSpPr>
          <p:spPr>
            <a:xfrm>
              <a:off x="81720" y="553535"/>
              <a:ext cx="158630" cy="130969"/>
            </a:xfrm>
            <a:prstGeom prst="roundRect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B36C20EE-D701-297A-4F09-A87C21F423C5}"/>
                </a:ext>
              </a:extLst>
            </p:cNvPr>
            <p:cNvSpPr txBox="1"/>
            <p:nvPr/>
          </p:nvSpPr>
          <p:spPr>
            <a:xfrm>
              <a:off x="240349" y="503415"/>
              <a:ext cx="2786220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CH" sz="1000" dirty="0"/>
                <a:t>ODAS scripts</a:t>
              </a:r>
              <a:endParaRPr lang="en-US" sz="1000" dirty="0"/>
            </a:p>
          </p:txBody>
        </p:sp>
        <p:grpSp>
          <p:nvGrpSpPr>
            <p:cNvPr id="37" name="Group 36">
              <a:extLst>
                <a:ext uri="{FF2B5EF4-FFF2-40B4-BE49-F238E27FC236}">
                  <a16:creationId xmlns:a16="http://schemas.microsoft.com/office/drawing/2014/main" id="{B10BD2C2-1F20-819D-D023-E51105AB53D8}"/>
                </a:ext>
              </a:extLst>
            </p:cNvPr>
            <p:cNvGrpSpPr/>
            <p:nvPr/>
          </p:nvGrpSpPr>
          <p:grpSpPr>
            <a:xfrm>
              <a:off x="6275016" y="144482"/>
              <a:ext cx="2547070" cy="489377"/>
              <a:chOff x="497282" y="2693898"/>
              <a:chExt cx="2547070" cy="489377"/>
            </a:xfrm>
          </p:grpSpPr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2F513DE3-4219-A0C6-AEEE-0ADA82C5CF69}"/>
                  </a:ext>
                </a:extLst>
              </p:cNvPr>
              <p:cNvSpPr txBox="1"/>
              <p:nvPr/>
            </p:nvSpPr>
            <p:spPr>
              <a:xfrm>
                <a:off x="497282" y="2910860"/>
                <a:ext cx="2547070" cy="272415"/>
              </a:xfrm>
              <a:prstGeom prst="round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</p:spPr>
            <p:txBody>
              <a:bodyPr wrap="square" rtlCol="0">
                <a:spAutoFit/>
              </a:bodyPr>
              <a:lstStyle/>
              <a:p>
                <a:r>
                  <a:rPr lang="fr-CH" sz="1000" dirty="0"/>
                  <a:t>Copy of </a:t>
                </a:r>
                <a:r>
                  <a:rPr lang="fr-CH" sz="1000" dirty="0" err="1">
                    <a:solidFill>
                      <a:schemeClr val="accent6"/>
                    </a:solidFill>
                  </a:rPr>
                  <a:t>read_odas</a:t>
                </a:r>
                <a:r>
                  <a:rPr lang="fr-CH" sz="1000" dirty="0"/>
                  <a:t> </a:t>
                </a:r>
                <a:r>
                  <a:rPr lang="fr-CH" sz="1000" dirty="0" err="1"/>
                  <a:t>with</a:t>
                </a:r>
                <a:r>
                  <a:rPr lang="fr-CH" sz="1000" dirty="0"/>
                  <a:t> printing option</a:t>
                </a:r>
              </a:p>
            </p:txBody>
          </p:sp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AE106980-38D6-5805-230B-D69E05F991C9}"/>
                  </a:ext>
                </a:extLst>
              </p:cNvPr>
              <p:cNvSpPr txBox="1"/>
              <p:nvPr/>
            </p:nvSpPr>
            <p:spPr>
              <a:xfrm>
                <a:off x="651986" y="2693898"/>
                <a:ext cx="2146621" cy="224939"/>
              </a:xfrm>
              <a:prstGeom prst="roundRect">
                <a:avLst>
                  <a:gd name="adj" fmla="val 42994"/>
                </a:avLst>
              </a:prstGeom>
              <a:solidFill>
                <a:schemeClr val="accent2"/>
              </a:solidFill>
            </p:spPr>
            <p:txBody>
              <a:bodyPr wrap="square" lIns="0" tIns="0" rIns="0" bIns="0" rtlCol="0" anchor="ctr" anchorCtr="0">
                <a:spAutoFit/>
              </a:bodyPr>
              <a:lstStyle/>
              <a:p>
                <a:pPr algn="ctr"/>
                <a:r>
                  <a:rPr lang="fr-CH" sz="1100" b="1" dirty="0" err="1">
                    <a:solidFill>
                      <a:schemeClr val="bg1"/>
                    </a:solidFill>
                  </a:rPr>
                  <a:t>read_odas_print.m</a:t>
                </a:r>
                <a:endParaRPr lang="fr-CH" sz="1100" b="1" dirty="0">
                  <a:solidFill>
                    <a:schemeClr val="bg1"/>
                  </a:solidFill>
                </a:endParaRPr>
              </a:p>
            </p:txBody>
          </p:sp>
        </p:grpSp>
        <p:cxnSp>
          <p:nvCxnSpPr>
            <p:cNvPr id="40" name="Straight Arrow Connector 39">
              <a:extLst>
                <a:ext uri="{FF2B5EF4-FFF2-40B4-BE49-F238E27FC236}">
                  <a16:creationId xmlns:a16="http://schemas.microsoft.com/office/drawing/2014/main" id="{4131D00B-7DDC-A7DE-AE58-CB8DE06C6B3B}"/>
                </a:ext>
              </a:extLst>
            </p:cNvPr>
            <p:cNvCxnSpPr>
              <a:cxnSpLocks/>
              <a:stCxn id="38" idx="2"/>
              <a:endCxn id="20" idx="0"/>
            </p:cNvCxnSpPr>
            <p:nvPr/>
          </p:nvCxnSpPr>
          <p:spPr>
            <a:xfrm>
              <a:off x="7548551" y="633859"/>
              <a:ext cx="16094" cy="184269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2"/>
            </a:lnRef>
            <a:fillRef idx="0">
              <a:schemeClr val="accent2"/>
            </a:fillRef>
            <a:effectRef idx="1">
              <a:schemeClr val="accent2"/>
            </a:effectRef>
            <a:fontRef idx="minor">
              <a:schemeClr val="tx1"/>
            </a:fontRef>
          </p:style>
        </p:cxnSp>
        <p:grpSp>
          <p:nvGrpSpPr>
            <p:cNvPr id="45" name="Group 44">
              <a:extLst>
                <a:ext uri="{FF2B5EF4-FFF2-40B4-BE49-F238E27FC236}">
                  <a16:creationId xmlns:a16="http://schemas.microsoft.com/office/drawing/2014/main" id="{2460F7CD-2D03-6131-478F-CF746D59235B}"/>
                </a:ext>
              </a:extLst>
            </p:cNvPr>
            <p:cNvGrpSpPr/>
            <p:nvPr/>
          </p:nvGrpSpPr>
          <p:grpSpPr>
            <a:xfrm>
              <a:off x="3174843" y="1998516"/>
              <a:ext cx="2423842" cy="1288949"/>
              <a:chOff x="497282" y="2745623"/>
              <a:chExt cx="2423842" cy="1288949"/>
            </a:xfrm>
          </p:grpSpPr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18D2AC63-ED32-3697-A8A4-20CC15B0CB8A}"/>
                  </a:ext>
                </a:extLst>
              </p:cNvPr>
              <p:cNvSpPr txBox="1"/>
              <p:nvPr/>
            </p:nvSpPr>
            <p:spPr>
              <a:xfrm>
                <a:off x="497282" y="2910860"/>
                <a:ext cx="2423842" cy="1123712"/>
              </a:xfrm>
              <a:prstGeom prst="round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</p:spPr>
            <p:txBody>
              <a:bodyPr wrap="square" rtlCol="0">
                <a:spAutoFit/>
              </a:bodyPr>
              <a:lstStyle/>
              <a:p>
                <a:pPr marL="228600" indent="-228600">
                  <a:buFont typeface="+mj-lt"/>
                  <a:buAutoNum type="arabicPeriod"/>
                </a:pPr>
                <a:r>
                  <a:rPr lang="fr-CH" sz="1000" dirty="0" err="1"/>
                  <a:t>Create</a:t>
                </a:r>
                <a:r>
                  <a:rPr lang="fr-CH" sz="1000" dirty="0"/>
                  <a:t> a copy of the .P data file </a:t>
                </a:r>
                <a:r>
                  <a:rPr lang="fr-CH" sz="1000" dirty="0" err="1"/>
                  <a:t>with</a:t>
                </a:r>
                <a:r>
                  <a:rPr lang="fr-CH" sz="1000" dirty="0"/>
                  <a:t> </a:t>
                </a:r>
                <a:r>
                  <a:rPr lang="fr-CH" sz="1000" dirty="0" err="1"/>
                  <a:t>updated</a:t>
                </a:r>
                <a:r>
                  <a:rPr lang="fr-CH" sz="1000" dirty="0"/>
                  <a:t> config </a:t>
                </a:r>
                <a:r>
                  <a:rPr lang="fr-CH" sz="1000" dirty="0" err="1"/>
                  <a:t>parameters</a:t>
                </a:r>
                <a:r>
                  <a:rPr lang="fr-CH" sz="1000" dirty="0"/>
                  <a:t> (</a:t>
                </a:r>
                <a:r>
                  <a:rPr lang="fr-CH" sz="1000" dirty="0" err="1"/>
                  <a:t>shear</a:t>
                </a:r>
                <a:r>
                  <a:rPr lang="fr-CH" sz="1000" dirty="0"/>
                  <a:t> </a:t>
                </a:r>
                <a:r>
                  <a:rPr lang="fr-CH" sz="1000" dirty="0" err="1"/>
                  <a:t>sensitivities</a:t>
                </a:r>
                <a:r>
                  <a:rPr lang="fr-CH" sz="1000" dirty="0"/>
                  <a:t> +pressure offset) </a:t>
                </a:r>
                <a:r>
                  <a:rPr lang="fr-CH" sz="1000" dirty="0" err="1"/>
                  <a:t>from</a:t>
                </a:r>
                <a:r>
                  <a:rPr lang="fr-CH" sz="1000" dirty="0"/>
                  <a:t> </a:t>
                </a:r>
                <a:r>
                  <a:rPr lang="fr-CH" sz="1000" dirty="0" err="1"/>
                  <a:t>specified</a:t>
                </a:r>
                <a:r>
                  <a:rPr lang="fr-CH" sz="1000" dirty="0"/>
                  <a:t> .</a:t>
                </a:r>
                <a:r>
                  <a:rPr lang="fr-CH" sz="1000" dirty="0" err="1"/>
                  <a:t>cfg</a:t>
                </a:r>
                <a:r>
                  <a:rPr lang="fr-CH" sz="1000" dirty="0"/>
                  <a:t> file or </a:t>
                </a:r>
                <a:r>
                  <a:rPr lang="fr-CH" sz="1000" dirty="0" err="1"/>
                  <a:t>from</a:t>
                </a:r>
                <a:r>
                  <a:rPr lang="fr-CH" sz="1000" dirty="0"/>
                  <a:t> </a:t>
                </a:r>
                <a:r>
                  <a:rPr lang="fr-CH" sz="1000" dirty="0" err="1"/>
                  <a:t>specified</a:t>
                </a:r>
                <a:r>
                  <a:rPr lang="fr-CH" sz="1000" dirty="0"/>
                  <a:t> </a:t>
                </a:r>
                <a:r>
                  <a:rPr lang="fr-CH" sz="1000" dirty="0" err="1"/>
                  <a:t>parameters</a:t>
                </a:r>
                <a:r>
                  <a:rPr lang="fr-CH" sz="1000" dirty="0"/>
                  <a:t>. </a:t>
                </a:r>
              </a:p>
              <a:p>
                <a:pPr marL="228600" indent="-228600">
                  <a:buFont typeface="+mj-lt"/>
                  <a:buAutoNum type="arabicPeriod"/>
                </a:pPr>
                <a:r>
                  <a:rPr lang="fr-CH" sz="1000" dirty="0"/>
                  <a:t>Import the </a:t>
                </a:r>
                <a:r>
                  <a:rPr lang="fr-CH" sz="1000" dirty="0" err="1"/>
                  <a:t>modified</a:t>
                </a:r>
                <a:r>
                  <a:rPr lang="fr-CH" sz="1000" dirty="0"/>
                  <a:t> .P file.</a:t>
                </a:r>
              </a:p>
            </p:txBody>
          </p:sp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9084FF60-EA5D-01BC-CD7B-47A4B14C70FE}"/>
                  </a:ext>
                </a:extLst>
              </p:cNvPr>
              <p:cNvSpPr txBox="1"/>
              <p:nvPr/>
            </p:nvSpPr>
            <p:spPr>
              <a:xfrm>
                <a:off x="1041945" y="2745623"/>
                <a:ext cx="1379297" cy="230347"/>
              </a:xfrm>
              <a:prstGeom prst="roundRect">
                <a:avLst>
                  <a:gd name="adj" fmla="val 42994"/>
                </a:avLst>
              </a:prstGeom>
              <a:solidFill>
                <a:schemeClr val="accent2"/>
              </a:solidFill>
            </p:spPr>
            <p:txBody>
              <a:bodyPr wrap="square" lIns="0" tIns="0" rIns="0" bIns="0" rtlCol="0" anchor="ctr" anchorCtr="0">
                <a:spAutoFit/>
              </a:bodyPr>
              <a:lstStyle/>
              <a:p>
                <a:pPr algn="ctr"/>
                <a:r>
                  <a:rPr lang="fr-CH" sz="1100" b="1" dirty="0" err="1">
                    <a:solidFill>
                      <a:schemeClr val="bg1"/>
                    </a:solidFill>
                  </a:rPr>
                  <a:t>get_config.m</a:t>
                </a:r>
                <a:endParaRPr lang="fr-CH" sz="1100" b="1" dirty="0">
                  <a:solidFill>
                    <a:schemeClr val="bg1"/>
                  </a:solidFill>
                </a:endParaRPr>
              </a:p>
            </p:txBody>
          </p:sp>
        </p:grpSp>
        <p:cxnSp>
          <p:nvCxnSpPr>
            <p:cNvPr id="48" name="Straight Arrow Connector 47">
              <a:extLst>
                <a:ext uri="{FF2B5EF4-FFF2-40B4-BE49-F238E27FC236}">
                  <a16:creationId xmlns:a16="http://schemas.microsoft.com/office/drawing/2014/main" id="{82AB1A31-24C0-A816-EF37-9E6F81163DC4}"/>
                </a:ext>
              </a:extLst>
            </p:cNvPr>
            <p:cNvCxnSpPr>
              <a:cxnSpLocks/>
              <a:stCxn id="46" idx="1"/>
            </p:cNvCxnSpPr>
            <p:nvPr/>
          </p:nvCxnSpPr>
          <p:spPr>
            <a:xfrm flipH="1">
              <a:off x="2159049" y="2725609"/>
              <a:ext cx="1015794" cy="700726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2"/>
            </a:lnRef>
            <a:fillRef idx="0">
              <a:schemeClr val="accent2"/>
            </a:fillRef>
            <a:effectRef idx="1">
              <a:schemeClr val="accent2"/>
            </a:effectRef>
            <a:fontRef idx="minor">
              <a:schemeClr val="tx1"/>
            </a:fontRef>
          </p:style>
        </p:cxnSp>
        <p:grpSp>
          <p:nvGrpSpPr>
            <p:cNvPr id="51" name="Group 50">
              <a:extLst>
                <a:ext uri="{FF2B5EF4-FFF2-40B4-BE49-F238E27FC236}">
                  <a16:creationId xmlns:a16="http://schemas.microsoft.com/office/drawing/2014/main" id="{167F1938-993A-4C52-8F21-02287753154F}"/>
                </a:ext>
              </a:extLst>
            </p:cNvPr>
            <p:cNvGrpSpPr/>
            <p:nvPr/>
          </p:nvGrpSpPr>
          <p:grpSpPr>
            <a:xfrm>
              <a:off x="6347742" y="1493888"/>
              <a:ext cx="2423842" cy="489377"/>
              <a:chOff x="497282" y="2693898"/>
              <a:chExt cx="2423842" cy="489377"/>
            </a:xfrm>
          </p:grpSpPr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98903249-F85D-6F6D-5E78-9E4EEC62E36A}"/>
                  </a:ext>
                </a:extLst>
              </p:cNvPr>
              <p:cNvSpPr txBox="1"/>
              <p:nvPr/>
            </p:nvSpPr>
            <p:spPr>
              <a:xfrm>
                <a:off x="497282" y="2910860"/>
                <a:ext cx="2423842" cy="272415"/>
              </a:xfrm>
              <a:prstGeom prst="round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</p:spPr>
            <p:txBody>
              <a:bodyPr wrap="square" rtlCol="0">
                <a:spAutoFit/>
              </a:bodyPr>
              <a:lstStyle/>
              <a:p>
                <a:r>
                  <a:rPr lang="fr-CH" sz="1000" dirty="0" err="1"/>
                  <a:t>Extract</a:t>
                </a:r>
                <a:r>
                  <a:rPr lang="fr-CH" sz="1000" dirty="0"/>
                  <a:t> .</a:t>
                </a:r>
                <a:r>
                  <a:rPr lang="fr-CH" sz="1000" dirty="0" err="1"/>
                  <a:t>cfg</a:t>
                </a:r>
                <a:r>
                  <a:rPr lang="fr-CH" sz="1000" dirty="0"/>
                  <a:t> file </a:t>
                </a:r>
                <a:r>
                  <a:rPr lang="fr-CH" sz="1000" dirty="0" err="1"/>
                  <a:t>from</a:t>
                </a:r>
                <a:r>
                  <a:rPr lang="fr-CH" sz="1000" dirty="0"/>
                  <a:t> a .P data file.</a:t>
                </a:r>
              </a:p>
            </p:txBody>
          </p:sp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F198B68F-7AEA-4F05-6216-4A2EACF43214}"/>
                  </a:ext>
                </a:extLst>
              </p:cNvPr>
              <p:cNvSpPr txBox="1"/>
              <p:nvPr/>
            </p:nvSpPr>
            <p:spPr>
              <a:xfrm>
                <a:off x="651986" y="2693898"/>
                <a:ext cx="2146621" cy="224939"/>
              </a:xfrm>
              <a:prstGeom prst="roundRect">
                <a:avLst>
                  <a:gd name="adj" fmla="val 42994"/>
                </a:avLst>
              </a:prstGeom>
              <a:solidFill>
                <a:schemeClr val="accent6"/>
              </a:solidFill>
            </p:spPr>
            <p:txBody>
              <a:bodyPr wrap="square" lIns="0" tIns="0" rIns="0" bIns="0" rtlCol="0" anchor="ctr" anchorCtr="0">
                <a:spAutoFit/>
              </a:bodyPr>
              <a:lstStyle/>
              <a:p>
                <a:pPr algn="ctr"/>
                <a:r>
                  <a:rPr lang="fr-CH" sz="1100" b="1" dirty="0" err="1">
                    <a:solidFill>
                      <a:schemeClr val="bg1"/>
                    </a:solidFill>
                  </a:rPr>
                  <a:t>extract_setupstr.m</a:t>
                </a:r>
                <a:endParaRPr lang="fr-CH" sz="1100" b="1" dirty="0">
                  <a:solidFill>
                    <a:schemeClr val="bg1"/>
                  </a:solidFill>
                </a:endParaRPr>
              </a:p>
            </p:txBody>
          </p:sp>
        </p:grpSp>
        <p:cxnSp>
          <p:nvCxnSpPr>
            <p:cNvPr id="54" name="Straight Arrow Connector 53">
              <a:extLst>
                <a:ext uri="{FF2B5EF4-FFF2-40B4-BE49-F238E27FC236}">
                  <a16:creationId xmlns:a16="http://schemas.microsoft.com/office/drawing/2014/main" id="{775563D7-1CCC-1825-E656-ADD53C45A27F}"/>
                </a:ext>
              </a:extLst>
            </p:cNvPr>
            <p:cNvCxnSpPr>
              <a:cxnSpLocks/>
              <a:stCxn id="52" idx="1"/>
            </p:cNvCxnSpPr>
            <p:nvPr/>
          </p:nvCxnSpPr>
          <p:spPr>
            <a:xfrm flipH="1">
              <a:off x="5652263" y="1847058"/>
              <a:ext cx="695479" cy="625584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6"/>
            </a:lnRef>
            <a:fillRef idx="0">
              <a:schemeClr val="accent6"/>
            </a:fillRef>
            <a:effectRef idx="1">
              <a:schemeClr val="accent6"/>
            </a:effectRef>
            <a:fontRef idx="minor">
              <a:schemeClr val="tx1"/>
            </a:fontRef>
          </p:style>
        </p:cxnSp>
        <p:grpSp>
          <p:nvGrpSpPr>
            <p:cNvPr id="57" name="Group 56">
              <a:extLst>
                <a:ext uri="{FF2B5EF4-FFF2-40B4-BE49-F238E27FC236}">
                  <a16:creationId xmlns:a16="http://schemas.microsoft.com/office/drawing/2014/main" id="{E5961070-7C02-9369-487C-317789165DE5}"/>
                </a:ext>
              </a:extLst>
            </p:cNvPr>
            <p:cNvGrpSpPr/>
            <p:nvPr/>
          </p:nvGrpSpPr>
          <p:grpSpPr>
            <a:xfrm>
              <a:off x="6292187" y="2119473"/>
              <a:ext cx="2423842" cy="489377"/>
              <a:chOff x="497282" y="2693898"/>
              <a:chExt cx="2423842" cy="489377"/>
            </a:xfrm>
          </p:grpSpPr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B33DD654-921B-A014-3ADE-8321A6BADCB2}"/>
                  </a:ext>
                </a:extLst>
              </p:cNvPr>
              <p:cNvSpPr txBox="1"/>
              <p:nvPr/>
            </p:nvSpPr>
            <p:spPr>
              <a:xfrm>
                <a:off x="497282" y="2910860"/>
                <a:ext cx="2423842" cy="272415"/>
              </a:xfrm>
              <a:prstGeom prst="round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</p:spPr>
            <p:txBody>
              <a:bodyPr wrap="square" rtlCol="0">
                <a:spAutoFit/>
              </a:bodyPr>
              <a:lstStyle/>
              <a:p>
                <a:r>
                  <a:rPr lang="fr-CH" sz="1000" dirty="0"/>
                  <a:t>Patch a .</a:t>
                </a:r>
                <a:r>
                  <a:rPr lang="fr-CH" sz="1000" dirty="0" err="1"/>
                  <a:t>cfg</a:t>
                </a:r>
                <a:r>
                  <a:rPr lang="fr-CH" sz="1000" dirty="0"/>
                  <a:t> file </a:t>
                </a:r>
                <a:r>
                  <a:rPr lang="fr-CH" sz="1000" dirty="0" err="1"/>
                  <a:t>into</a:t>
                </a:r>
                <a:r>
                  <a:rPr lang="fr-CH" sz="1000" dirty="0"/>
                  <a:t> a .P data file.</a:t>
                </a:r>
              </a:p>
            </p:txBody>
          </p:sp>
          <p:sp>
            <p:nvSpPr>
              <p:cNvPr id="59" name="TextBox 58">
                <a:extLst>
                  <a:ext uri="{FF2B5EF4-FFF2-40B4-BE49-F238E27FC236}">
                    <a16:creationId xmlns:a16="http://schemas.microsoft.com/office/drawing/2014/main" id="{6276C66D-8172-167E-4911-DA6469BC9BD6}"/>
                  </a:ext>
                </a:extLst>
              </p:cNvPr>
              <p:cNvSpPr txBox="1"/>
              <p:nvPr/>
            </p:nvSpPr>
            <p:spPr>
              <a:xfrm>
                <a:off x="651986" y="2693898"/>
                <a:ext cx="2146621" cy="224939"/>
              </a:xfrm>
              <a:prstGeom prst="roundRect">
                <a:avLst>
                  <a:gd name="adj" fmla="val 42994"/>
                </a:avLst>
              </a:prstGeom>
              <a:solidFill>
                <a:schemeClr val="accent6"/>
              </a:solidFill>
            </p:spPr>
            <p:txBody>
              <a:bodyPr wrap="square" lIns="0" tIns="0" rIns="0" bIns="0" rtlCol="0" anchor="ctr" anchorCtr="0">
                <a:spAutoFit/>
              </a:bodyPr>
              <a:lstStyle/>
              <a:p>
                <a:pPr algn="ctr"/>
                <a:r>
                  <a:rPr lang="fr-CH" sz="1100" b="1" dirty="0" err="1">
                    <a:solidFill>
                      <a:schemeClr val="bg1"/>
                    </a:solidFill>
                  </a:rPr>
                  <a:t>patch_setupstr.m</a:t>
                </a:r>
                <a:endParaRPr lang="fr-CH" sz="1100" b="1" dirty="0">
                  <a:solidFill>
                    <a:schemeClr val="bg1"/>
                  </a:solidFill>
                </a:endParaRPr>
              </a:p>
            </p:txBody>
          </p:sp>
        </p:grpSp>
        <p:cxnSp>
          <p:nvCxnSpPr>
            <p:cNvPr id="60" name="Straight Arrow Connector 59">
              <a:extLst>
                <a:ext uri="{FF2B5EF4-FFF2-40B4-BE49-F238E27FC236}">
                  <a16:creationId xmlns:a16="http://schemas.microsoft.com/office/drawing/2014/main" id="{21114A1D-2A02-14A7-05D7-EAC865CBB242}"/>
                </a:ext>
              </a:extLst>
            </p:cNvPr>
            <p:cNvCxnSpPr>
              <a:cxnSpLocks/>
              <a:stCxn id="58" idx="1"/>
            </p:cNvCxnSpPr>
            <p:nvPr/>
          </p:nvCxnSpPr>
          <p:spPr>
            <a:xfrm flipH="1">
              <a:off x="5652263" y="2472643"/>
              <a:ext cx="639924" cy="57985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6"/>
            </a:lnRef>
            <a:fillRef idx="0">
              <a:schemeClr val="accent6"/>
            </a:fillRef>
            <a:effectRef idx="1">
              <a:schemeClr val="accent6"/>
            </a:effectRef>
            <a:fontRef idx="minor">
              <a:schemeClr val="tx1"/>
            </a:fontRef>
          </p:style>
        </p:cxnSp>
        <p:grpSp>
          <p:nvGrpSpPr>
            <p:cNvPr id="71" name="Group 70">
              <a:extLst>
                <a:ext uri="{FF2B5EF4-FFF2-40B4-BE49-F238E27FC236}">
                  <a16:creationId xmlns:a16="http://schemas.microsoft.com/office/drawing/2014/main" id="{EE572FC0-FF64-15AB-746F-F352AEC222F0}"/>
                </a:ext>
              </a:extLst>
            </p:cNvPr>
            <p:cNvGrpSpPr/>
            <p:nvPr/>
          </p:nvGrpSpPr>
          <p:grpSpPr>
            <a:xfrm>
              <a:off x="6586568" y="2740262"/>
              <a:ext cx="1780191" cy="460333"/>
              <a:chOff x="497282" y="2722942"/>
              <a:chExt cx="1780191" cy="460333"/>
            </a:xfrm>
          </p:grpSpPr>
          <p:sp>
            <p:nvSpPr>
              <p:cNvPr id="72" name="TextBox 71">
                <a:extLst>
                  <a:ext uri="{FF2B5EF4-FFF2-40B4-BE49-F238E27FC236}">
                    <a16:creationId xmlns:a16="http://schemas.microsoft.com/office/drawing/2014/main" id="{81047437-2B49-014D-5260-A347549304EA}"/>
                  </a:ext>
                </a:extLst>
              </p:cNvPr>
              <p:cNvSpPr txBox="1"/>
              <p:nvPr/>
            </p:nvSpPr>
            <p:spPr>
              <a:xfrm>
                <a:off x="497282" y="2910860"/>
                <a:ext cx="1780191" cy="272415"/>
              </a:xfrm>
              <a:prstGeom prst="round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</p:spPr>
            <p:txBody>
              <a:bodyPr wrap="square" rtlCol="0">
                <a:spAutoFit/>
              </a:bodyPr>
              <a:lstStyle/>
              <a:p>
                <a:r>
                  <a:rPr lang="fr-CH" sz="1000" dirty="0" err="1"/>
                  <a:t>Extract</a:t>
                </a:r>
                <a:r>
                  <a:rPr lang="fr-CH" sz="1000" dirty="0"/>
                  <a:t> the profiling indices. </a:t>
                </a:r>
              </a:p>
            </p:txBody>
          </p:sp>
          <p:sp>
            <p:nvSpPr>
              <p:cNvPr id="73" name="TextBox 72">
                <a:extLst>
                  <a:ext uri="{FF2B5EF4-FFF2-40B4-BE49-F238E27FC236}">
                    <a16:creationId xmlns:a16="http://schemas.microsoft.com/office/drawing/2014/main" id="{DB7AC57C-7732-E38D-CB9B-186F37273DBE}"/>
                  </a:ext>
                </a:extLst>
              </p:cNvPr>
              <p:cNvSpPr txBox="1"/>
              <p:nvPr/>
            </p:nvSpPr>
            <p:spPr>
              <a:xfrm>
                <a:off x="680336" y="2722942"/>
                <a:ext cx="1384461" cy="224939"/>
              </a:xfrm>
              <a:prstGeom prst="roundRect">
                <a:avLst>
                  <a:gd name="adj" fmla="val 42994"/>
                </a:avLst>
              </a:prstGeom>
              <a:solidFill>
                <a:schemeClr val="accent6"/>
              </a:solidFill>
            </p:spPr>
            <p:txBody>
              <a:bodyPr wrap="square" lIns="0" tIns="0" rIns="0" bIns="0" rtlCol="0" anchor="ctr" anchorCtr="0">
                <a:spAutoFit/>
              </a:bodyPr>
              <a:lstStyle/>
              <a:p>
                <a:pPr algn="ctr"/>
                <a:r>
                  <a:rPr lang="fr-CH" sz="1100" b="1" dirty="0" err="1">
                    <a:solidFill>
                      <a:schemeClr val="bg1"/>
                    </a:solidFill>
                  </a:rPr>
                  <a:t>get_profile.m</a:t>
                </a:r>
                <a:endParaRPr lang="fr-CH" sz="1100" b="1" dirty="0">
                  <a:solidFill>
                    <a:schemeClr val="bg1"/>
                  </a:solidFill>
                </a:endParaRPr>
              </a:p>
            </p:txBody>
          </p:sp>
        </p:grpSp>
        <p:sp>
          <p:nvSpPr>
            <p:cNvPr id="88" name="Freeform: Shape 87">
              <a:extLst>
                <a:ext uri="{FF2B5EF4-FFF2-40B4-BE49-F238E27FC236}">
                  <a16:creationId xmlns:a16="http://schemas.microsoft.com/office/drawing/2014/main" id="{DF4218E5-0EE8-7BD3-7176-A9238ACEE3B3}"/>
                </a:ext>
              </a:extLst>
            </p:cNvPr>
            <p:cNvSpPr/>
            <p:nvPr/>
          </p:nvSpPr>
          <p:spPr>
            <a:xfrm>
              <a:off x="2305050" y="1171574"/>
              <a:ext cx="4038600" cy="1943395"/>
            </a:xfrm>
            <a:custGeom>
              <a:avLst/>
              <a:gdLst>
                <a:gd name="csX0" fmla="*/ 3971925 w 3971925"/>
                <a:gd name="csY0" fmla="*/ 0 h 2019300"/>
                <a:gd name="csX1" fmla="*/ 1743075 w 3971925"/>
                <a:gd name="csY1" fmla="*/ 266700 h 2019300"/>
                <a:gd name="csX2" fmla="*/ 0 w 3971925"/>
                <a:gd name="csY2" fmla="*/ 2019300 h 2019300"/>
                <a:gd name="csX0" fmla="*/ 3971925 w 3971925"/>
                <a:gd name="csY0" fmla="*/ 0 h 2019300"/>
                <a:gd name="csX1" fmla="*/ 857250 w 3971925"/>
                <a:gd name="csY1" fmla="*/ 266700 h 2019300"/>
                <a:gd name="csX2" fmla="*/ 0 w 3971925"/>
                <a:gd name="csY2" fmla="*/ 2019300 h 2019300"/>
                <a:gd name="csX0" fmla="*/ 3971925 w 3971925"/>
                <a:gd name="csY0" fmla="*/ 0 h 2019300"/>
                <a:gd name="csX1" fmla="*/ 857250 w 3971925"/>
                <a:gd name="csY1" fmla="*/ 266700 h 2019300"/>
                <a:gd name="csX2" fmla="*/ 0 w 3971925"/>
                <a:gd name="csY2" fmla="*/ 2019300 h 2019300"/>
                <a:gd name="csX0" fmla="*/ 3971925 w 3971925"/>
                <a:gd name="csY0" fmla="*/ 0 h 2019300"/>
                <a:gd name="csX1" fmla="*/ 857250 w 3971925"/>
                <a:gd name="csY1" fmla="*/ 266700 h 2019300"/>
                <a:gd name="csX2" fmla="*/ 0 w 3971925"/>
                <a:gd name="csY2" fmla="*/ 2019300 h 2019300"/>
                <a:gd name="csX0" fmla="*/ 3971925 w 3971925"/>
                <a:gd name="csY0" fmla="*/ 0 h 2019300"/>
                <a:gd name="csX1" fmla="*/ 857250 w 3971925"/>
                <a:gd name="csY1" fmla="*/ 266700 h 2019300"/>
                <a:gd name="csX2" fmla="*/ 0 w 3971925"/>
                <a:gd name="csY2" fmla="*/ 2019300 h 2019300"/>
                <a:gd name="csX0" fmla="*/ 3971925 w 3971925"/>
                <a:gd name="csY0" fmla="*/ 0 h 2019582"/>
                <a:gd name="csX1" fmla="*/ 857250 w 3971925"/>
                <a:gd name="csY1" fmla="*/ 266700 h 2019582"/>
                <a:gd name="csX2" fmla="*/ 0 w 3971925"/>
                <a:gd name="csY2" fmla="*/ 2019300 h 2019582"/>
                <a:gd name="csX0" fmla="*/ 4038600 w 4038600"/>
                <a:gd name="csY0" fmla="*/ 0 h 1943395"/>
                <a:gd name="csX1" fmla="*/ 923925 w 4038600"/>
                <a:gd name="csY1" fmla="*/ 266700 h 1943395"/>
                <a:gd name="csX2" fmla="*/ 0 w 4038600"/>
                <a:gd name="csY2" fmla="*/ 1943100 h 194339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4038600" h="1943395">
                  <a:moveTo>
                    <a:pt x="4038600" y="0"/>
                  </a:moveTo>
                  <a:lnTo>
                    <a:pt x="923925" y="266700"/>
                  </a:lnTo>
                  <a:cubicBezTo>
                    <a:pt x="885825" y="346075"/>
                    <a:pt x="28575" y="1968500"/>
                    <a:pt x="0" y="1943100"/>
                  </a:cubicBezTo>
                </a:path>
              </a:pathLst>
            </a:custGeom>
            <a:ln w="19050">
              <a:headEnd type="none" w="med" len="med"/>
              <a:tailEnd type="triangle" w="med" len="med"/>
            </a:ln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1" name="Freeform: Shape 90">
              <a:extLst>
                <a:ext uri="{FF2B5EF4-FFF2-40B4-BE49-F238E27FC236}">
                  <a16:creationId xmlns:a16="http://schemas.microsoft.com/office/drawing/2014/main" id="{23879FA7-143F-4829-7755-0BDB4E2F81A4}"/>
                </a:ext>
              </a:extLst>
            </p:cNvPr>
            <p:cNvSpPr/>
            <p:nvPr/>
          </p:nvSpPr>
          <p:spPr>
            <a:xfrm>
              <a:off x="1962150" y="3067049"/>
              <a:ext cx="4648200" cy="676275"/>
            </a:xfrm>
            <a:custGeom>
              <a:avLst/>
              <a:gdLst>
                <a:gd name="csX0" fmla="*/ 4343400 w 4343400"/>
                <a:gd name="csY0" fmla="*/ 0 h 647700"/>
                <a:gd name="csX1" fmla="*/ 3343275 w 4343400"/>
                <a:gd name="csY1" fmla="*/ 304800 h 647700"/>
                <a:gd name="csX2" fmla="*/ 0 w 4343400"/>
                <a:gd name="csY2" fmla="*/ 647700 h 647700"/>
                <a:gd name="csX0" fmla="*/ 4667250 w 4667250"/>
                <a:gd name="csY0" fmla="*/ 0 h 904875"/>
                <a:gd name="csX1" fmla="*/ 3343275 w 4667250"/>
                <a:gd name="csY1" fmla="*/ 561975 h 904875"/>
                <a:gd name="csX2" fmla="*/ 0 w 4667250"/>
                <a:gd name="csY2" fmla="*/ 904875 h 904875"/>
                <a:gd name="csX0" fmla="*/ 4657725 w 4657725"/>
                <a:gd name="csY0" fmla="*/ 0 h 876300"/>
                <a:gd name="csX1" fmla="*/ 3343275 w 4657725"/>
                <a:gd name="csY1" fmla="*/ 533400 h 876300"/>
                <a:gd name="csX2" fmla="*/ 0 w 4657725"/>
                <a:gd name="csY2" fmla="*/ 876300 h 876300"/>
                <a:gd name="csX0" fmla="*/ 4648200 w 4648200"/>
                <a:gd name="csY0" fmla="*/ 0 h 676275"/>
                <a:gd name="csX1" fmla="*/ 3333750 w 4648200"/>
                <a:gd name="csY1" fmla="*/ 533400 h 676275"/>
                <a:gd name="csX2" fmla="*/ 0 w 4648200"/>
                <a:gd name="csY2" fmla="*/ 676275 h 676275"/>
                <a:gd name="csX0" fmla="*/ 4648200 w 4648200"/>
                <a:gd name="csY0" fmla="*/ 0 h 676275"/>
                <a:gd name="csX1" fmla="*/ 3305175 w 4648200"/>
                <a:gd name="csY1" fmla="*/ 304800 h 676275"/>
                <a:gd name="csX2" fmla="*/ 0 w 4648200"/>
                <a:gd name="csY2" fmla="*/ 676275 h 6762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4648200" h="676275">
                  <a:moveTo>
                    <a:pt x="4648200" y="0"/>
                  </a:moveTo>
                  <a:lnTo>
                    <a:pt x="3305175" y="304800"/>
                  </a:lnTo>
                  <a:lnTo>
                    <a:pt x="0" y="676275"/>
                  </a:lnTo>
                </a:path>
              </a:pathLst>
            </a:custGeom>
            <a:ln w="19050">
              <a:headEnd type="none" w="med" len="med"/>
              <a:tailEnd type="triangle" w="med" len="med"/>
            </a:ln>
          </p:spPr>
          <p:style>
            <a:lnRef idx="1">
              <a:schemeClr val="accent6"/>
            </a:lnRef>
            <a:fillRef idx="0">
              <a:schemeClr val="accent6"/>
            </a:fillRef>
            <a:effectRef idx="0">
              <a:schemeClr val="accent6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92" name="Group 91">
              <a:extLst>
                <a:ext uri="{FF2B5EF4-FFF2-40B4-BE49-F238E27FC236}">
                  <a16:creationId xmlns:a16="http://schemas.microsoft.com/office/drawing/2014/main" id="{247FA043-7BF0-A4C7-0A66-6ED27C1CA803}"/>
                </a:ext>
              </a:extLst>
            </p:cNvPr>
            <p:cNvGrpSpPr/>
            <p:nvPr/>
          </p:nvGrpSpPr>
          <p:grpSpPr>
            <a:xfrm>
              <a:off x="3038633" y="3637360"/>
              <a:ext cx="2593046" cy="1000155"/>
              <a:chOff x="328078" y="2693898"/>
              <a:chExt cx="2593046" cy="1000155"/>
            </a:xfrm>
          </p:grpSpPr>
          <p:sp>
            <p:nvSpPr>
              <p:cNvPr id="93" name="TextBox 92">
                <a:extLst>
                  <a:ext uri="{FF2B5EF4-FFF2-40B4-BE49-F238E27FC236}">
                    <a16:creationId xmlns:a16="http://schemas.microsoft.com/office/drawing/2014/main" id="{435E8486-E2C2-E998-3BB5-74E84B4A5C2D}"/>
                  </a:ext>
                </a:extLst>
              </p:cNvPr>
              <p:cNvSpPr txBox="1"/>
              <p:nvPr/>
            </p:nvSpPr>
            <p:spPr>
              <a:xfrm>
                <a:off x="328078" y="2910860"/>
                <a:ext cx="2593046" cy="783193"/>
              </a:xfrm>
              <a:prstGeom prst="round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</p:spPr>
            <p:txBody>
              <a:bodyPr wrap="square" rtlCol="0">
                <a:spAutoFit/>
              </a:bodyPr>
              <a:lstStyle/>
              <a:p>
                <a:pPr marL="228600" indent="-228600">
                  <a:buFont typeface="+mj-lt"/>
                  <a:buAutoNum type="arabicPeriod"/>
                </a:pPr>
                <a:r>
                  <a:rPr lang="fr-CH" sz="1000" dirty="0" err="1"/>
                  <a:t>Perform</a:t>
                </a:r>
                <a:r>
                  <a:rPr lang="fr-CH" sz="1000" dirty="0"/>
                  <a:t> FP07 calibration.</a:t>
                </a:r>
              </a:p>
              <a:p>
                <a:pPr marL="228600" indent="-228600">
                  <a:buFont typeface="+mj-lt"/>
                  <a:buAutoNum type="arabicPeriod"/>
                </a:pPr>
                <a:r>
                  <a:rPr lang="fr-CH" sz="1000" dirty="0"/>
                  <a:t>Patch the </a:t>
                </a:r>
                <a:r>
                  <a:rPr lang="fr-CH" sz="1000" dirty="0" err="1"/>
                  <a:t>modified</a:t>
                </a:r>
                <a:r>
                  <a:rPr lang="fr-CH" sz="1000" dirty="0"/>
                  <a:t> .</a:t>
                </a:r>
                <a:r>
                  <a:rPr lang="fr-CH" sz="1000" dirty="0" err="1"/>
                  <a:t>cfg</a:t>
                </a:r>
                <a:r>
                  <a:rPr lang="fr-CH" sz="1000" dirty="0"/>
                  <a:t> file to the .P file.</a:t>
                </a:r>
              </a:p>
              <a:p>
                <a:pPr marL="228600" indent="-228600">
                  <a:buFont typeface="+mj-lt"/>
                  <a:buAutoNum type="arabicPeriod"/>
                </a:pPr>
                <a:r>
                  <a:rPr lang="fr-CH" sz="1000" dirty="0"/>
                  <a:t>Import the </a:t>
                </a:r>
                <a:r>
                  <a:rPr lang="fr-CH" sz="1000" dirty="0" err="1"/>
                  <a:t>calibrated</a:t>
                </a:r>
                <a:r>
                  <a:rPr lang="fr-CH" sz="1000" dirty="0"/>
                  <a:t> .P file.</a:t>
                </a:r>
              </a:p>
            </p:txBody>
          </p:sp>
          <p:sp>
            <p:nvSpPr>
              <p:cNvPr id="94" name="TextBox 93">
                <a:extLst>
                  <a:ext uri="{FF2B5EF4-FFF2-40B4-BE49-F238E27FC236}">
                    <a16:creationId xmlns:a16="http://schemas.microsoft.com/office/drawing/2014/main" id="{C0DEBB04-A887-0BB7-681B-03E6A799A185}"/>
                  </a:ext>
                </a:extLst>
              </p:cNvPr>
              <p:cNvSpPr txBox="1"/>
              <p:nvPr/>
            </p:nvSpPr>
            <p:spPr>
              <a:xfrm>
                <a:off x="651986" y="2693898"/>
                <a:ext cx="2146621" cy="224939"/>
              </a:xfrm>
              <a:prstGeom prst="roundRect">
                <a:avLst>
                  <a:gd name="adj" fmla="val 42994"/>
                </a:avLst>
              </a:prstGeom>
              <a:solidFill>
                <a:schemeClr val="accent2"/>
              </a:solidFill>
            </p:spPr>
            <p:txBody>
              <a:bodyPr wrap="square" lIns="0" tIns="0" rIns="0" bIns="0" rtlCol="0" anchor="ctr" anchorCtr="0">
                <a:spAutoFit/>
              </a:bodyPr>
              <a:lstStyle/>
              <a:p>
                <a:pPr algn="ctr"/>
                <a:r>
                  <a:rPr lang="fr-CH" sz="1100" b="1" dirty="0">
                    <a:solidFill>
                      <a:schemeClr val="bg1"/>
                    </a:solidFill>
                  </a:rPr>
                  <a:t>run_calibration_FP07.m</a:t>
                </a:r>
              </a:p>
            </p:txBody>
          </p:sp>
        </p:grpSp>
        <p:grpSp>
          <p:nvGrpSpPr>
            <p:cNvPr id="95" name="Group 94">
              <a:extLst>
                <a:ext uri="{FF2B5EF4-FFF2-40B4-BE49-F238E27FC236}">
                  <a16:creationId xmlns:a16="http://schemas.microsoft.com/office/drawing/2014/main" id="{E4A7C405-2591-8373-8B3F-E64791EE0038}"/>
                </a:ext>
              </a:extLst>
            </p:cNvPr>
            <p:cNvGrpSpPr/>
            <p:nvPr/>
          </p:nvGrpSpPr>
          <p:grpSpPr>
            <a:xfrm>
              <a:off x="6491334" y="3273850"/>
              <a:ext cx="2423842" cy="1000155"/>
              <a:chOff x="497282" y="2693898"/>
              <a:chExt cx="2423842" cy="1000155"/>
            </a:xfrm>
          </p:grpSpPr>
          <p:sp>
            <p:nvSpPr>
              <p:cNvPr id="96" name="TextBox 95">
                <a:extLst>
                  <a:ext uri="{FF2B5EF4-FFF2-40B4-BE49-F238E27FC236}">
                    <a16:creationId xmlns:a16="http://schemas.microsoft.com/office/drawing/2014/main" id="{7FE127A3-9840-EF15-597F-D8AE06347BDF}"/>
                  </a:ext>
                </a:extLst>
              </p:cNvPr>
              <p:cNvSpPr txBox="1"/>
              <p:nvPr/>
            </p:nvSpPr>
            <p:spPr>
              <a:xfrm>
                <a:off x="497282" y="2910860"/>
                <a:ext cx="2423842" cy="783193"/>
              </a:xfrm>
              <a:prstGeom prst="round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</p:spPr>
            <p:txBody>
              <a:bodyPr wrap="square" rtlCol="0">
                <a:spAutoFit/>
              </a:bodyPr>
              <a:lstStyle/>
              <a:p>
                <a:r>
                  <a:rPr lang="fr-CH" sz="1000" dirty="0" err="1"/>
                  <a:t>Modified</a:t>
                </a:r>
                <a:r>
                  <a:rPr lang="fr-CH" sz="1000" dirty="0"/>
                  <a:t> version of </a:t>
                </a:r>
                <a:r>
                  <a:rPr lang="fr-CH" sz="1000" dirty="0">
                    <a:solidFill>
                      <a:schemeClr val="accent6"/>
                    </a:solidFill>
                  </a:rPr>
                  <a:t>cal_FP07_in_situ: </a:t>
                </a:r>
                <a:r>
                  <a:rPr lang="fr-CH" sz="1000" dirty="0"/>
                  <a:t>uses </a:t>
                </a:r>
                <a:r>
                  <a:rPr lang="fr-CH" sz="1000" dirty="0" err="1"/>
                  <a:t>temperature</a:t>
                </a:r>
                <a:r>
                  <a:rPr lang="fr-CH" sz="1000" dirty="0"/>
                  <a:t> </a:t>
                </a:r>
                <a:r>
                  <a:rPr lang="fr-CH" sz="1000" dirty="0" err="1"/>
                  <a:t>from</a:t>
                </a:r>
                <a:r>
                  <a:rPr lang="fr-CH" sz="1000" dirty="0"/>
                  <a:t> CTD to correct </a:t>
                </a:r>
                <a:r>
                  <a:rPr lang="fr-CH" sz="1000" dirty="0" err="1"/>
                  <a:t>temperature</a:t>
                </a:r>
                <a:r>
                  <a:rPr lang="fr-CH" sz="1000" dirty="0"/>
                  <a:t> </a:t>
                </a:r>
                <a:r>
                  <a:rPr lang="fr-CH" sz="1000" dirty="0" err="1"/>
                  <a:t>from</a:t>
                </a:r>
                <a:r>
                  <a:rPr lang="fr-CH" sz="1000" dirty="0"/>
                  <a:t> FP07 and </a:t>
                </a:r>
                <a:r>
                  <a:rPr lang="fr-CH" sz="1000" dirty="0" err="1"/>
                  <a:t>save</a:t>
                </a:r>
                <a:r>
                  <a:rPr lang="fr-CH" sz="1000" dirty="0"/>
                  <a:t> calibration </a:t>
                </a:r>
                <a:r>
                  <a:rPr lang="fr-CH" sz="1000" dirty="0" err="1"/>
                  <a:t>parameters</a:t>
                </a:r>
                <a:r>
                  <a:rPr lang="fr-CH" sz="1000" dirty="0"/>
                  <a:t> to .</a:t>
                </a:r>
                <a:r>
                  <a:rPr lang="fr-CH" sz="1000" dirty="0" err="1"/>
                  <a:t>cfg</a:t>
                </a:r>
                <a:r>
                  <a:rPr lang="fr-CH" sz="1000" dirty="0"/>
                  <a:t> file.</a:t>
                </a:r>
                <a:endParaRPr lang="fr-CH" sz="1000" dirty="0">
                  <a:solidFill>
                    <a:schemeClr val="accent6"/>
                  </a:solidFill>
                </a:endParaRPr>
              </a:p>
            </p:txBody>
          </p:sp>
          <p:sp>
            <p:nvSpPr>
              <p:cNvPr id="97" name="TextBox 96">
                <a:extLst>
                  <a:ext uri="{FF2B5EF4-FFF2-40B4-BE49-F238E27FC236}">
                    <a16:creationId xmlns:a16="http://schemas.microsoft.com/office/drawing/2014/main" id="{A5CF88AA-D7CB-9F68-0EF9-26B8E8734440}"/>
                  </a:ext>
                </a:extLst>
              </p:cNvPr>
              <p:cNvSpPr txBox="1"/>
              <p:nvPr/>
            </p:nvSpPr>
            <p:spPr>
              <a:xfrm>
                <a:off x="651986" y="2693898"/>
                <a:ext cx="2146621" cy="224939"/>
              </a:xfrm>
              <a:prstGeom prst="roundRect">
                <a:avLst>
                  <a:gd name="adj" fmla="val 42994"/>
                </a:avLst>
              </a:prstGeom>
              <a:solidFill>
                <a:schemeClr val="accent2"/>
              </a:solidFill>
            </p:spPr>
            <p:txBody>
              <a:bodyPr wrap="square" lIns="0" tIns="0" rIns="0" bIns="0" rtlCol="0" anchor="ctr" anchorCtr="0">
                <a:spAutoFit/>
              </a:bodyPr>
              <a:lstStyle/>
              <a:p>
                <a:pPr algn="ctr"/>
                <a:r>
                  <a:rPr lang="fr-CH" sz="1100" b="1" dirty="0">
                    <a:solidFill>
                      <a:schemeClr val="bg1"/>
                    </a:solidFill>
                  </a:rPr>
                  <a:t>cal_FP07_in_situ_EPFL.m</a:t>
                </a:r>
              </a:p>
            </p:txBody>
          </p:sp>
        </p:grpSp>
        <p:cxnSp>
          <p:nvCxnSpPr>
            <p:cNvPr id="98" name="Straight Arrow Connector 97">
              <a:extLst>
                <a:ext uri="{FF2B5EF4-FFF2-40B4-BE49-F238E27FC236}">
                  <a16:creationId xmlns:a16="http://schemas.microsoft.com/office/drawing/2014/main" id="{18695880-27DE-A06F-556E-629F619602A9}"/>
                </a:ext>
              </a:extLst>
            </p:cNvPr>
            <p:cNvCxnSpPr>
              <a:cxnSpLocks/>
              <a:stCxn id="96" idx="1"/>
            </p:cNvCxnSpPr>
            <p:nvPr/>
          </p:nvCxnSpPr>
          <p:spPr>
            <a:xfrm flipH="1">
              <a:off x="5243845" y="3882409"/>
              <a:ext cx="1247489" cy="11043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2"/>
            </a:lnRef>
            <a:fillRef idx="0">
              <a:schemeClr val="accent2"/>
            </a:fillRef>
            <a:effectRef idx="1">
              <a:schemeClr val="accent2"/>
            </a:effectRef>
            <a:fontRef idx="minor">
              <a:schemeClr val="tx1"/>
            </a:fontRef>
          </p:style>
        </p:cxnSp>
        <p:sp>
          <p:nvSpPr>
            <p:cNvPr id="110" name="Freeform: Shape 109">
              <a:extLst>
                <a:ext uri="{FF2B5EF4-FFF2-40B4-BE49-F238E27FC236}">
                  <a16:creationId xmlns:a16="http://schemas.microsoft.com/office/drawing/2014/main" id="{BEDF406C-639E-116B-195B-0268C527EE5E}"/>
                </a:ext>
              </a:extLst>
            </p:cNvPr>
            <p:cNvSpPr/>
            <p:nvPr/>
          </p:nvSpPr>
          <p:spPr>
            <a:xfrm>
              <a:off x="5162550" y="1485900"/>
              <a:ext cx="3819525" cy="1619250"/>
            </a:xfrm>
            <a:custGeom>
              <a:avLst/>
              <a:gdLst>
                <a:gd name="csX0" fmla="*/ 3819525 w 3819525"/>
                <a:gd name="csY0" fmla="*/ 0 h 1619250"/>
                <a:gd name="csX1" fmla="*/ 3819525 w 3819525"/>
                <a:gd name="csY1" fmla="*/ 1200150 h 1619250"/>
                <a:gd name="csX2" fmla="*/ 923925 w 3819525"/>
                <a:gd name="csY2" fmla="*/ 1200150 h 1619250"/>
                <a:gd name="csX3" fmla="*/ 0 w 3819525"/>
                <a:gd name="csY3" fmla="*/ 1619250 h 161925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3819525" h="1619250">
                  <a:moveTo>
                    <a:pt x="3819525" y="0"/>
                  </a:moveTo>
                  <a:lnTo>
                    <a:pt x="3819525" y="1200150"/>
                  </a:lnTo>
                  <a:lnTo>
                    <a:pt x="923925" y="1200150"/>
                  </a:lnTo>
                  <a:lnTo>
                    <a:pt x="0" y="1619250"/>
                  </a:lnTo>
                </a:path>
              </a:pathLst>
            </a:custGeom>
            <a:ln w="19050">
              <a:headEnd type="none" w="med" len="med"/>
              <a:tailEnd type="triangle" w="med" len="med"/>
            </a:ln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2" name="Freeform: Shape 111">
              <a:extLst>
                <a:ext uri="{FF2B5EF4-FFF2-40B4-BE49-F238E27FC236}">
                  <a16:creationId xmlns:a16="http://schemas.microsoft.com/office/drawing/2014/main" id="{05626CE8-9325-5855-BF4B-03E709E93AE0}"/>
                </a:ext>
              </a:extLst>
            </p:cNvPr>
            <p:cNvSpPr/>
            <p:nvPr/>
          </p:nvSpPr>
          <p:spPr>
            <a:xfrm>
              <a:off x="5314951" y="1495425"/>
              <a:ext cx="4029075" cy="3076575"/>
            </a:xfrm>
            <a:custGeom>
              <a:avLst/>
              <a:gdLst>
                <a:gd name="csX0" fmla="*/ 3990975 w 3990975"/>
                <a:gd name="csY0" fmla="*/ 0 h 3333750"/>
                <a:gd name="csX1" fmla="*/ 3990975 w 3990975"/>
                <a:gd name="csY1" fmla="*/ 3333750 h 3333750"/>
                <a:gd name="csX2" fmla="*/ 0 w 3990975"/>
                <a:gd name="csY2" fmla="*/ 3333750 h 3333750"/>
                <a:gd name="csX0" fmla="*/ 3990975 w 4248150"/>
                <a:gd name="csY0" fmla="*/ 0 h 3333750"/>
                <a:gd name="csX1" fmla="*/ 4248150 w 4248150"/>
                <a:gd name="csY1" fmla="*/ 3324225 h 3333750"/>
                <a:gd name="csX2" fmla="*/ 0 w 4248150"/>
                <a:gd name="csY2" fmla="*/ 3333750 h 3333750"/>
                <a:gd name="csX0" fmla="*/ 4276725 w 4276725"/>
                <a:gd name="csY0" fmla="*/ 0 h 3324225"/>
                <a:gd name="csX1" fmla="*/ 4248150 w 4276725"/>
                <a:gd name="csY1" fmla="*/ 3314700 h 3324225"/>
                <a:gd name="csX2" fmla="*/ 0 w 4276725"/>
                <a:gd name="csY2" fmla="*/ 3324225 h 3324225"/>
                <a:gd name="csX0" fmla="*/ 4276725 w 4276725"/>
                <a:gd name="csY0" fmla="*/ 0 h 3324225"/>
                <a:gd name="csX1" fmla="*/ 4257675 w 4276725"/>
                <a:gd name="csY1" fmla="*/ 2971800 h 3324225"/>
                <a:gd name="csX2" fmla="*/ 0 w 4276725"/>
                <a:gd name="csY2" fmla="*/ 3324225 h 3324225"/>
                <a:gd name="csX0" fmla="*/ 4029075 w 4029075"/>
                <a:gd name="csY0" fmla="*/ 0 h 3057525"/>
                <a:gd name="csX1" fmla="*/ 4010025 w 4029075"/>
                <a:gd name="csY1" fmla="*/ 2971800 h 3057525"/>
                <a:gd name="csX2" fmla="*/ 0 w 4029075"/>
                <a:gd name="csY2" fmla="*/ 3057525 h 3057525"/>
                <a:gd name="csX0" fmla="*/ 4029075 w 4029075"/>
                <a:gd name="csY0" fmla="*/ 0 h 3076575"/>
                <a:gd name="csX1" fmla="*/ 4010025 w 4029075"/>
                <a:gd name="csY1" fmla="*/ 3076575 h 3076575"/>
                <a:gd name="csX2" fmla="*/ 0 w 4029075"/>
                <a:gd name="csY2" fmla="*/ 3057525 h 30765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4029075" h="3076575">
                  <a:moveTo>
                    <a:pt x="4029075" y="0"/>
                  </a:moveTo>
                  <a:lnTo>
                    <a:pt x="4010025" y="3076575"/>
                  </a:lnTo>
                  <a:lnTo>
                    <a:pt x="0" y="3057525"/>
                  </a:lnTo>
                </a:path>
              </a:pathLst>
            </a:custGeom>
            <a:ln w="19050">
              <a:headEnd type="none" w="med" len="med"/>
              <a:tailEnd type="triangle" w="med" len="med"/>
            </a:ln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3" name="Freeform: Shape 112">
              <a:extLst>
                <a:ext uri="{FF2B5EF4-FFF2-40B4-BE49-F238E27FC236}">
                  <a16:creationId xmlns:a16="http://schemas.microsoft.com/office/drawing/2014/main" id="{D5E597FC-A636-FD73-91DA-ED150A50345E}"/>
                </a:ext>
              </a:extLst>
            </p:cNvPr>
            <p:cNvSpPr/>
            <p:nvPr/>
          </p:nvSpPr>
          <p:spPr>
            <a:xfrm>
              <a:off x="5305425" y="2466975"/>
              <a:ext cx="3886200" cy="1895475"/>
            </a:xfrm>
            <a:custGeom>
              <a:avLst/>
              <a:gdLst>
                <a:gd name="csX0" fmla="*/ 3476625 w 3943350"/>
                <a:gd name="csY0" fmla="*/ 0 h 2181225"/>
                <a:gd name="csX1" fmla="*/ 3943350 w 3943350"/>
                <a:gd name="csY1" fmla="*/ 0 h 2181225"/>
                <a:gd name="csX2" fmla="*/ 3943350 w 3943350"/>
                <a:gd name="csY2" fmla="*/ 2181225 h 2181225"/>
                <a:gd name="csX3" fmla="*/ 0 w 3943350"/>
                <a:gd name="csY3" fmla="*/ 2181225 h 2181225"/>
                <a:gd name="csX0" fmla="*/ 3476625 w 3943350"/>
                <a:gd name="csY0" fmla="*/ 0 h 2181225"/>
                <a:gd name="csX1" fmla="*/ 3943350 w 3943350"/>
                <a:gd name="csY1" fmla="*/ 0 h 2181225"/>
                <a:gd name="csX2" fmla="*/ 3933825 w 3943350"/>
                <a:gd name="csY2" fmla="*/ 1895475 h 2181225"/>
                <a:gd name="csX3" fmla="*/ 0 w 3943350"/>
                <a:gd name="csY3" fmla="*/ 2181225 h 2181225"/>
                <a:gd name="csX0" fmla="*/ 3419475 w 3886200"/>
                <a:gd name="csY0" fmla="*/ 0 h 1895475"/>
                <a:gd name="csX1" fmla="*/ 3886200 w 3886200"/>
                <a:gd name="csY1" fmla="*/ 0 h 1895475"/>
                <a:gd name="csX2" fmla="*/ 3876675 w 3886200"/>
                <a:gd name="csY2" fmla="*/ 1895475 h 1895475"/>
                <a:gd name="csX3" fmla="*/ 0 w 3886200"/>
                <a:gd name="csY3" fmla="*/ 1895475 h 18954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3886200" h="1895475">
                  <a:moveTo>
                    <a:pt x="3419475" y="0"/>
                  </a:moveTo>
                  <a:lnTo>
                    <a:pt x="3886200" y="0"/>
                  </a:lnTo>
                  <a:lnTo>
                    <a:pt x="3876675" y="1895475"/>
                  </a:lnTo>
                  <a:lnTo>
                    <a:pt x="0" y="1895475"/>
                  </a:lnTo>
                </a:path>
              </a:pathLst>
            </a:custGeom>
            <a:ln w="19050">
              <a:headEnd type="none" w="med" len="med"/>
              <a:tailEnd type="triangle" w="med" len="med"/>
            </a:ln>
          </p:spPr>
          <p:style>
            <a:lnRef idx="1">
              <a:schemeClr val="accent6"/>
            </a:lnRef>
            <a:fillRef idx="0">
              <a:schemeClr val="accent6"/>
            </a:fillRef>
            <a:effectRef idx="0">
              <a:schemeClr val="accent6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14" name="Group 113">
              <a:extLst>
                <a:ext uri="{FF2B5EF4-FFF2-40B4-BE49-F238E27FC236}">
                  <a16:creationId xmlns:a16="http://schemas.microsoft.com/office/drawing/2014/main" id="{B8A56E29-D85B-B5B9-F78E-CC597E195834}"/>
                </a:ext>
              </a:extLst>
            </p:cNvPr>
            <p:cNvGrpSpPr/>
            <p:nvPr/>
          </p:nvGrpSpPr>
          <p:grpSpPr>
            <a:xfrm>
              <a:off x="2936055" y="4737628"/>
              <a:ext cx="3271594" cy="469563"/>
              <a:chOff x="497282" y="2713712"/>
              <a:chExt cx="3271594" cy="469563"/>
            </a:xfrm>
          </p:grpSpPr>
          <p:sp>
            <p:nvSpPr>
              <p:cNvPr id="115" name="TextBox 114">
                <a:extLst>
                  <a:ext uri="{FF2B5EF4-FFF2-40B4-BE49-F238E27FC236}">
                    <a16:creationId xmlns:a16="http://schemas.microsoft.com/office/drawing/2014/main" id="{C400027A-1A68-3803-D627-AF613286584D}"/>
                  </a:ext>
                </a:extLst>
              </p:cNvPr>
              <p:cNvSpPr txBox="1"/>
              <p:nvPr/>
            </p:nvSpPr>
            <p:spPr>
              <a:xfrm>
                <a:off x="497282" y="2910860"/>
                <a:ext cx="3271594" cy="272415"/>
              </a:xfrm>
              <a:prstGeom prst="round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</p:spPr>
            <p:txBody>
              <a:bodyPr wrap="square" rtlCol="0">
                <a:spAutoFit/>
              </a:bodyPr>
              <a:lstStyle/>
              <a:p>
                <a:r>
                  <a:rPr lang="fr-CH" sz="1000" dirty="0"/>
                  <a:t>Runs basic turbulence </a:t>
                </a:r>
                <a:r>
                  <a:rPr lang="fr-CH" sz="1000" dirty="0" err="1"/>
                  <a:t>analysis</a:t>
                </a:r>
                <a:r>
                  <a:rPr lang="fr-CH" sz="1000" dirty="0"/>
                  <a:t> </a:t>
                </a:r>
                <a:r>
                  <a:rPr lang="fr-CH" sz="1000" dirty="0" err="1"/>
                  <a:t>from</a:t>
                </a:r>
                <a:r>
                  <a:rPr lang="fr-CH" sz="1000" dirty="0"/>
                  <a:t> </a:t>
                </a:r>
                <a:r>
                  <a:rPr lang="fr-CH" sz="1000" dirty="0" err="1"/>
                  <a:t>shear</a:t>
                </a:r>
                <a:r>
                  <a:rPr lang="fr-CH" sz="1000" dirty="0"/>
                  <a:t> probes.</a:t>
                </a:r>
              </a:p>
            </p:txBody>
          </p:sp>
          <p:sp>
            <p:nvSpPr>
              <p:cNvPr id="116" name="TextBox 115">
                <a:extLst>
                  <a:ext uri="{FF2B5EF4-FFF2-40B4-BE49-F238E27FC236}">
                    <a16:creationId xmlns:a16="http://schemas.microsoft.com/office/drawing/2014/main" id="{09B1433C-1A1E-BFFE-4EAA-880B30D2FBBE}"/>
                  </a:ext>
                </a:extLst>
              </p:cNvPr>
              <p:cNvSpPr txBox="1"/>
              <p:nvPr/>
            </p:nvSpPr>
            <p:spPr>
              <a:xfrm>
                <a:off x="1440848" y="2713712"/>
                <a:ext cx="1384461" cy="224939"/>
              </a:xfrm>
              <a:prstGeom prst="roundRect">
                <a:avLst>
                  <a:gd name="adj" fmla="val 42994"/>
                </a:avLst>
              </a:prstGeom>
              <a:solidFill>
                <a:schemeClr val="accent6"/>
              </a:solidFill>
            </p:spPr>
            <p:txBody>
              <a:bodyPr wrap="square" lIns="0" tIns="0" rIns="0" bIns="0" rtlCol="0" anchor="ctr" anchorCtr="0">
                <a:spAutoFit/>
              </a:bodyPr>
              <a:lstStyle/>
              <a:p>
                <a:pPr algn="ctr"/>
                <a:r>
                  <a:rPr lang="fr-CH" sz="1100" b="1" dirty="0" err="1">
                    <a:solidFill>
                      <a:schemeClr val="bg1"/>
                    </a:solidFill>
                  </a:rPr>
                  <a:t>quick_look.m</a:t>
                </a:r>
                <a:endParaRPr lang="fr-CH" sz="1100" b="1" dirty="0">
                  <a:solidFill>
                    <a:schemeClr val="bg1"/>
                  </a:solidFill>
                </a:endParaRPr>
              </a:p>
            </p:txBody>
          </p:sp>
        </p:grpSp>
        <p:cxnSp>
          <p:nvCxnSpPr>
            <p:cNvPr id="117" name="Straight Arrow Connector 116">
              <a:extLst>
                <a:ext uri="{FF2B5EF4-FFF2-40B4-BE49-F238E27FC236}">
                  <a16:creationId xmlns:a16="http://schemas.microsoft.com/office/drawing/2014/main" id="{EC667F11-D14D-EBFE-CE5D-69CAA9A34355}"/>
                </a:ext>
              </a:extLst>
            </p:cNvPr>
            <p:cNvCxnSpPr>
              <a:cxnSpLocks/>
              <a:stCxn id="93" idx="1"/>
            </p:cNvCxnSpPr>
            <p:nvPr/>
          </p:nvCxnSpPr>
          <p:spPr>
            <a:xfrm flipH="1" flipV="1">
              <a:off x="1917829" y="4017022"/>
              <a:ext cx="1120804" cy="228897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2"/>
            </a:lnRef>
            <a:fillRef idx="0">
              <a:schemeClr val="accent2"/>
            </a:fillRef>
            <a:effectRef idx="1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120" name="Straight Arrow Connector 119">
              <a:extLst>
                <a:ext uri="{FF2B5EF4-FFF2-40B4-BE49-F238E27FC236}">
                  <a16:creationId xmlns:a16="http://schemas.microsoft.com/office/drawing/2014/main" id="{59EA6764-2ADA-C93F-1B05-1B696068ABDB}"/>
                </a:ext>
              </a:extLst>
            </p:cNvPr>
            <p:cNvCxnSpPr>
              <a:cxnSpLocks/>
              <a:stCxn id="115" idx="1"/>
            </p:cNvCxnSpPr>
            <p:nvPr/>
          </p:nvCxnSpPr>
          <p:spPr>
            <a:xfrm flipH="1" flipV="1">
              <a:off x="2178978" y="4443067"/>
              <a:ext cx="757077" cy="627917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6"/>
            </a:lnRef>
            <a:fillRef idx="0">
              <a:schemeClr val="accent6"/>
            </a:fillRef>
            <a:effectRef idx="1">
              <a:schemeClr val="accent6"/>
            </a:effectRef>
            <a:fontRef idx="minor">
              <a:schemeClr val="tx1"/>
            </a:fontRef>
          </p:style>
        </p:cxnSp>
        <p:grpSp>
          <p:nvGrpSpPr>
            <p:cNvPr id="123" name="Group 122">
              <a:extLst>
                <a:ext uri="{FF2B5EF4-FFF2-40B4-BE49-F238E27FC236}">
                  <a16:creationId xmlns:a16="http://schemas.microsoft.com/office/drawing/2014/main" id="{39346983-572A-593C-2659-B3E62BD5E91F}"/>
                </a:ext>
              </a:extLst>
            </p:cNvPr>
            <p:cNvGrpSpPr/>
            <p:nvPr/>
          </p:nvGrpSpPr>
          <p:grpSpPr>
            <a:xfrm>
              <a:off x="6429720" y="4956096"/>
              <a:ext cx="3254877" cy="659636"/>
              <a:chOff x="328077" y="2693898"/>
              <a:chExt cx="3254877" cy="659636"/>
            </a:xfrm>
          </p:grpSpPr>
          <p:sp>
            <p:nvSpPr>
              <p:cNvPr id="124" name="TextBox 123">
                <a:extLst>
                  <a:ext uri="{FF2B5EF4-FFF2-40B4-BE49-F238E27FC236}">
                    <a16:creationId xmlns:a16="http://schemas.microsoft.com/office/drawing/2014/main" id="{795D4652-17CF-E56D-99DD-783B0083967E}"/>
                  </a:ext>
                </a:extLst>
              </p:cNvPr>
              <p:cNvSpPr txBox="1"/>
              <p:nvPr/>
            </p:nvSpPr>
            <p:spPr>
              <a:xfrm>
                <a:off x="328077" y="2910860"/>
                <a:ext cx="3254877" cy="442674"/>
              </a:xfrm>
              <a:prstGeom prst="round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</p:spPr>
            <p:txBody>
              <a:bodyPr wrap="square" rtlCol="0">
                <a:spAutoFit/>
              </a:bodyPr>
              <a:lstStyle/>
              <a:p>
                <a:r>
                  <a:rPr lang="en-US" sz="1000" dirty="0"/>
                  <a:t>Computes corrected conductivity, salinity and density for a given lake.</a:t>
                </a:r>
              </a:p>
            </p:txBody>
          </p:sp>
          <p:sp>
            <p:nvSpPr>
              <p:cNvPr id="125" name="TextBox 124">
                <a:extLst>
                  <a:ext uri="{FF2B5EF4-FFF2-40B4-BE49-F238E27FC236}">
                    <a16:creationId xmlns:a16="http://schemas.microsoft.com/office/drawing/2014/main" id="{68ED12C7-895C-4184-DD2E-0B8DCC9969F9}"/>
                  </a:ext>
                </a:extLst>
              </p:cNvPr>
              <p:cNvSpPr txBox="1"/>
              <p:nvPr/>
            </p:nvSpPr>
            <p:spPr>
              <a:xfrm>
                <a:off x="651986" y="2693898"/>
                <a:ext cx="2146621" cy="224939"/>
              </a:xfrm>
              <a:prstGeom prst="roundRect">
                <a:avLst>
                  <a:gd name="adj" fmla="val 42994"/>
                </a:avLst>
              </a:prstGeom>
              <a:solidFill>
                <a:schemeClr val="accent2"/>
              </a:solidFill>
            </p:spPr>
            <p:txBody>
              <a:bodyPr wrap="square" lIns="0" tIns="0" rIns="0" bIns="0" rtlCol="0" anchor="ctr" anchorCtr="0">
                <a:spAutoFit/>
              </a:bodyPr>
              <a:lstStyle/>
              <a:p>
                <a:pPr algn="ctr"/>
                <a:r>
                  <a:rPr lang="fr-CH" sz="1100" b="1" dirty="0" err="1">
                    <a:solidFill>
                      <a:schemeClr val="bg1"/>
                    </a:solidFill>
                  </a:rPr>
                  <a:t>compute_rho_salinity.m</a:t>
                </a:r>
                <a:endParaRPr lang="fr-CH" sz="1100" b="1" dirty="0">
                  <a:solidFill>
                    <a:schemeClr val="bg1"/>
                  </a:solidFill>
                </a:endParaRPr>
              </a:p>
            </p:txBody>
          </p:sp>
        </p:grpSp>
        <p:grpSp>
          <p:nvGrpSpPr>
            <p:cNvPr id="138" name="Group 137">
              <a:extLst>
                <a:ext uri="{FF2B5EF4-FFF2-40B4-BE49-F238E27FC236}">
                  <a16:creationId xmlns:a16="http://schemas.microsoft.com/office/drawing/2014/main" id="{F6BA9956-CEDE-C86E-81C8-E3E34A8E3264}"/>
                </a:ext>
              </a:extLst>
            </p:cNvPr>
            <p:cNvGrpSpPr/>
            <p:nvPr/>
          </p:nvGrpSpPr>
          <p:grpSpPr>
            <a:xfrm>
              <a:off x="3075693" y="5426922"/>
              <a:ext cx="4057650" cy="488823"/>
              <a:chOff x="328076" y="2694452"/>
              <a:chExt cx="4057650" cy="488823"/>
            </a:xfrm>
          </p:grpSpPr>
          <p:sp>
            <p:nvSpPr>
              <p:cNvPr id="139" name="TextBox 138">
                <a:extLst>
                  <a:ext uri="{FF2B5EF4-FFF2-40B4-BE49-F238E27FC236}">
                    <a16:creationId xmlns:a16="http://schemas.microsoft.com/office/drawing/2014/main" id="{AB700931-554A-F9AA-EF21-50109E38B6CA}"/>
                  </a:ext>
                </a:extLst>
              </p:cNvPr>
              <p:cNvSpPr txBox="1"/>
              <p:nvPr/>
            </p:nvSpPr>
            <p:spPr>
              <a:xfrm>
                <a:off x="328076" y="2910860"/>
                <a:ext cx="4057650" cy="272415"/>
              </a:xfrm>
              <a:prstGeom prst="round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</p:spPr>
            <p:txBody>
              <a:bodyPr wrap="square" rtlCol="0">
                <a:spAutoFit/>
              </a:bodyPr>
              <a:lstStyle/>
              <a:p>
                <a:r>
                  <a:rPr lang="en-US" sz="1000" dirty="0"/>
                  <a:t>Computes pressure with respect to atmospheric pressure and depth</a:t>
                </a:r>
              </a:p>
            </p:txBody>
          </p:sp>
          <p:sp>
            <p:nvSpPr>
              <p:cNvPr id="140" name="TextBox 139">
                <a:extLst>
                  <a:ext uri="{FF2B5EF4-FFF2-40B4-BE49-F238E27FC236}">
                    <a16:creationId xmlns:a16="http://schemas.microsoft.com/office/drawing/2014/main" id="{21498CE7-4459-8564-E3F9-AE4A7A233DEA}"/>
                  </a:ext>
                </a:extLst>
              </p:cNvPr>
              <p:cNvSpPr txBox="1"/>
              <p:nvPr/>
            </p:nvSpPr>
            <p:spPr>
              <a:xfrm>
                <a:off x="961667" y="2694452"/>
                <a:ext cx="2146621" cy="224939"/>
              </a:xfrm>
              <a:prstGeom prst="roundRect">
                <a:avLst>
                  <a:gd name="adj" fmla="val 42994"/>
                </a:avLst>
              </a:prstGeom>
              <a:solidFill>
                <a:schemeClr val="accent2"/>
              </a:solidFill>
            </p:spPr>
            <p:txBody>
              <a:bodyPr wrap="square" lIns="0" tIns="0" rIns="0" bIns="0" rtlCol="0" anchor="ctr" anchorCtr="0">
                <a:spAutoFit/>
              </a:bodyPr>
              <a:lstStyle/>
              <a:p>
                <a:pPr algn="ctr"/>
                <a:r>
                  <a:rPr lang="fr-CH" sz="1100" b="1" dirty="0" err="1">
                    <a:solidFill>
                      <a:schemeClr val="bg1"/>
                    </a:solidFill>
                  </a:rPr>
                  <a:t>correct_pressure.m</a:t>
                </a:r>
                <a:endParaRPr lang="fr-CH" sz="1100" b="1" dirty="0">
                  <a:solidFill>
                    <a:schemeClr val="bg1"/>
                  </a:solidFill>
                </a:endParaRPr>
              </a:p>
            </p:txBody>
          </p:sp>
        </p:grpSp>
        <p:sp>
          <p:nvSpPr>
            <p:cNvPr id="141" name="Freeform: Shape 140">
              <a:extLst>
                <a:ext uri="{FF2B5EF4-FFF2-40B4-BE49-F238E27FC236}">
                  <a16:creationId xmlns:a16="http://schemas.microsoft.com/office/drawing/2014/main" id="{D2F21A8B-9915-D34A-5429-DD5E4660DEDE}"/>
                </a:ext>
              </a:extLst>
            </p:cNvPr>
            <p:cNvSpPr/>
            <p:nvPr/>
          </p:nvSpPr>
          <p:spPr>
            <a:xfrm>
              <a:off x="2343151" y="5191125"/>
              <a:ext cx="4057650" cy="123825"/>
            </a:xfrm>
            <a:custGeom>
              <a:avLst/>
              <a:gdLst>
                <a:gd name="csX0" fmla="*/ 4295775 w 4295775"/>
                <a:gd name="csY0" fmla="*/ 0 h 209550"/>
                <a:gd name="csX1" fmla="*/ 4038600 w 4295775"/>
                <a:gd name="csY1" fmla="*/ 209550 h 209550"/>
                <a:gd name="csX2" fmla="*/ 685800 w 4295775"/>
                <a:gd name="csY2" fmla="*/ 190500 h 209550"/>
                <a:gd name="csX3" fmla="*/ 0 w 4295775"/>
                <a:gd name="csY3" fmla="*/ 19050 h 209550"/>
                <a:gd name="csX0" fmla="*/ 4038600 w 4038600"/>
                <a:gd name="csY0" fmla="*/ 190500 h 190500"/>
                <a:gd name="csX1" fmla="*/ 685800 w 4038600"/>
                <a:gd name="csY1" fmla="*/ 171450 h 190500"/>
                <a:gd name="csX2" fmla="*/ 0 w 4038600"/>
                <a:gd name="csY2" fmla="*/ 0 h 190500"/>
                <a:gd name="csX0" fmla="*/ 4257675 w 4257675"/>
                <a:gd name="csY0" fmla="*/ 219075 h 219075"/>
                <a:gd name="csX1" fmla="*/ 685800 w 4257675"/>
                <a:gd name="csY1" fmla="*/ 171450 h 219075"/>
                <a:gd name="csX2" fmla="*/ 0 w 4257675"/>
                <a:gd name="csY2" fmla="*/ 0 h 219075"/>
                <a:gd name="csX0" fmla="*/ 4124325 w 4124325"/>
                <a:gd name="csY0" fmla="*/ 161925 h 161925"/>
                <a:gd name="csX1" fmla="*/ 552450 w 4124325"/>
                <a:gd name="csY1" fmla="*/ 114300 h 161925"/>
                <a:gd name="csX2" fmla="*/ 0 w 4124325"/>
                <a:gd name="csY2" fmla="*/ 0 h 161925"/>
                <a:gd name="csX0" fmla="*/ 4124325 w 4124325"/>
                <a:gd name="csY0" fmla="*/ 104775 h 104775"/>
                <a:gd name="csX1" fmla="*/ 552450 w 4124325"/>
                <a:gd name="csY1" fmla="*/ 57150 h 104775"/>
                <a:gd name="csX2" fmla="*/ 0 w 4124325"/>
                <a:gd name="csY2" fmla="*/ 0 h 104775"/>
                <a:gd name="csX0" fmla="*/ 4057650 w 4057650"/>
                <a:gd name="csY0" fmla="*/ 123825 h 123825"/>
                <a:gd name="csX1" fmla="*/ 485775 w 4057650"/>
                <a:gd name="csY1" fmla="*/ 76200 h 123825"/>
                <a:gd name="csX2" fmla="*/ 0 w 4057650"/>
                <a:gd name="csY2" fmla="*/ 0 h 123825"/>
                <a:gd name="csX0" fmla="*/ 4057650 w 4057650"/>
                <a:gd name="csY0" fmla="*/ 123825 h 123825"/>
                <a:gd name="csX1" fmla="*/ 485775 w 4057650"/>
                <a:gd name="csY1" fmla="*/ 76200 h 123825"/>
                <a:gd name="csX2" fmla="*/ 0 w 4057650"/>
                <a:gd name="csY2" fmla="*/ 0 h 123825"/>
                <a:gd name="csX0" fmla="*/ 4057650 w 4057650"/>
                <a:gd name="csY0" fmla="*/ 123825 h 123825"/>
                <a:gd name="csX1" fmla="*/ 485775 w 4057650"/>
                <a:gd name="csY1" fmla="*/ 76200 h 123825"/>
                <a:gd name="csX2" fmla="*/ 0 w 4057650"/>
                <a:gd name="csY2" fmla="*/ 0 h 12382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4057650" h="123825">
                  <a:moveTo>
                    <a:pt x="4057650" y="123825"/>
                  </a:moveTo>
                  <a:lnTo>
                    <a:pt x="485775" y="76200"/>
                  </a:lnTo>
                  <a:cubicBezTo>
                    <a:pt x="409575" y="95250"/>
                    <a:pt x="76200" y="28575"/>
                    <a:pt x="0" y="0"/>
                  </a:cubicBezTo>
                </a:path>
              </a:pathLst>
            </a:custGeom>
            <a:ln w="19050">
              <a:headEnd type="none" w="med" len="med"/>
              <a:tailEnd type="triangle" w="med" len="med"/>
            </a:ln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42" name="Straight Arrow Connector 141">
              <a:extLst>
                <a:ext uri="{FF2B5EF4-FFF2-40B4-BE49-F238E27FC236}">
                  <a16:creationId xmlns:a16="http://schemas.microsoft.com/office/drawing/2014/main" id="{B3DC7DCD-9EC3-F97B-764D-F8E432E16FAF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478231" y="5578585"/>
              <a:ext cx="604723" cy="153095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2"/>
            </a:lnRef>
            <a:fillRef idx="0">
              <a:schemeClr val="accent2"/>
            </a:fillRef>
            <a:effectRef idx="1">
              <a:schemeClr val="accent2"/>
            </a:effectRef>
            <a:fontRef idx="minor">
              <a:schemeClr val="tx1"/>
            </a:fontRef>
          </p:style>
        </p:cxnSp>
        <p:grpSp>
          <p:nvGrpSpPr>
            <p:cNvPr id="144" name="Group 143">
              <a:extLst>
                <a:ext uri="{FF2B5EF4-FFF2-40B4-BE49-F238E27FC236}">
                  <a16:creationId xmlns:a16="http://schemas.microsoft.com/office/drawing/2014/main" id="{2CCDF439-DE8F-DAB6-9DF6-BB041D33F199}"/>
                </a:ext>
              </a:extLst>
            </p:cNvPr>
            <p:cNvGrpSpPr/>
            <p:nvPr/>
          </p:nvGrpSpPr>
          <p:grpSpPr>
            <a:xfrm>
              <a:off x="3217034" y="6079749"/>
              <a:ext cx="4193415" cy="659082"/>
              <a:chOff x="328076" y="2694452"/>
              <a:chExt cx="4193415" cy="659082"/>
            </a:xfrm>
          </p:grpSpPr>
          <p:sp>
            <p:nvSpPr>
              <p:cNvPr id="145" name="TextBox 144">
                <a:extLst>
                  <a:ext uri="{FF2B5EF4-FFF2-40B4-BE49-F238E27FC236}">
                    <a16:creationId xmlns:a16="http://schemas.microsoft.com/office/drawing/2014/main" id="{48BE0FEB-ED73-E8A1-F161-B0C643DD7180}"/>
                  </a:ext>
                </a:extLst>
              </p:cNvPr>
              <p:cNvSpPr txBox="1"/>
              <p:nvPr/>
            </p:nvSpPr>
            <p:spPr>
              <a:xfrm>
                <a:off x="328076" y="2910860"/>
                <a:ext cx="4193415" cy="442674"/>
              </a:xfrm>
              <a:prstGeom prst="round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</p:spPr>
            <p:txBody>
              <a:bodyPr wrap="square" rtlCol="0">
                <a:spAutoFit/>
              </a:bodyPr>
              <a:lstStyle/>
              <a:p>
                <a:r>
                  <a:rPr lang="en-US" sz="1000" dirty="0"/>
                  <a:t>Computes turbulence estimates from shear probes and FP07 based on </a:t>
                </a:r>
                <a:r>
                  <a:rPr lang="en-US" sz="1000" dirty="0" err="1"/>
                  <a:t>Piccolroaz</a:t>
                </a:r>
                <a:r>
                  <a:rPr lang="en-US" sz="1000" dirty="0"/>
                  <a:t> et al. (2021). </a:t>
                </a:r>
                <a:r>
                  <a:rPr lang="en-US" sz="1000" b="1" dirty="0"/>
                  <a:t>See details below.</a:t>
                </a:r>
              </a:p>
            </p:txBody>
          </p:sp>
          <p:sp>
            <p:nvSpPr>
              <p:cNvPr id="146" name="TextBox 145">
                <a:extLst>
                  <a:ext uri="{FF2B5EF4-FFF2-40B4-BE49-F238E27FC236}">
                    <a16:creationId xmlns:a16="http://schemas.microsoft.com/office/drawing/2014/main" id="{0D57E5BF-1528-305F-E5CA-5DAC20085351}"/>
                  </a:ext>
                </a:extLst>
              </p:cNvPr>
              <p:cNvSpPr txBox="1"/>
              <p:nvPr/>
            </p:nvSpPr>
            <p:spPr>
              <a:xfrm>
                <a:off x="961667" y="2694452"/>
                <a:ext cx="2146621" cy="224939"/>
              </a:xfrm>
              <a:prstGeom prst="roundRect">
                <a:avLst>
                  <a:gd name="adj" fmla="val 42994"/>
                </a:avLst>
              </a:prstGeom>
              <a:solidFill>
                <a:schemeClr val="accent2"/>
              </a:solidFill>
            </p:spPr>
            <p:txBody>
              <a:bodyPr wrap="square" lIns="0" tIns="0" rIns="0" bIns="0" rtlCol="0" anchor="ctr" anchorCtr="0">
                <a:spAutoFit/>
              </a:bodyPr>
              <a:lstStyle/>
              <a:p>
                <a:pPr algn="ctr"/>
                <a:r>
                  <a:rPr lang="fr-CH" sz="1100" b="1" dirty="0" err="1">
                    <a:solidFill>
                      <a:schemeClr val="bg1"/>
                    </a:solidFill>
                  </a:rPr>
                  <a:t>resolve_turbulence.m</a:t>
                </a:r>
                <a:endParaRPr lang="fr-CH" sz="1100" b="1" dirty="0">
                  <a:solidFill>
                    <a:schemeClr val="bg1"/>
                  </a:solidFill>
                </a:endParaRPr>
              </a:p>
            </p:txBody>
          </p:sp>
        </p:grpSp>
        <p:cxnSp>
          <p:nvCxnSpPr>
            <p:cNvPr id="147" name="Straight Arrow Connector 146">
              <a:extLst>
                <a:ext uri="{FF2B5EF4-FFF2-40B4-BE49-F238E27FC236}">
                  <a16:creationId xmlns:a16="http://schemas.microsoft.com/office/drawing/2014/main" id="{9C487280-C555-D7C7-5663-C60288CC36F7}"/>
                </a:ext>
              </a:extLst>
            </p:cNvPr>
            <p:cNvCxnSpPr>
              <a:cxnSpLocks/>
              <a:stCxn id="145" idx="1"/>
            </p:cNvCxnSpPr>
            <p:nvPr/>
          </p:nvCxnSpPr>
          <p:spPr>
            <a:xfrm flipH="1" flipV="1">
              <a:off x="2478231" y="5650608"/>
              <a:ext cx="738803" cy="866886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2"/>
            </a:lnRef>
            <a:fillRef idx="0">
              <a:schemeClr val="accent2"/>
            </a:fillRef>
            <a:effectRef idx="1">
              <a:schemeClr val="accent2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77355286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8" name="Group 87">
            <a:extLst>
              <a:ext uri="{FF2B5EF4-FFF2-40B4-BE49-F238E27FC236}">
                <a16:creationId xmlns:a16="http://schemas.microsoft.com/office/drawing/2014/main" id="{ECAD0137-0C3F-7ADF-ED8E-0E5670A97CBC}"/>
              </a:ext>
            </a:extLst>
          </p:cNvPr>
          <p:cNvGrpSpPr/>
          <p:nvPr/>
        </p:nvGrpSpPr>
        <p:grpSpPr>
          <a:xfrm>
            <a:off x="44959" y="-8926"/>
            <a:ext cx="9861750" cy="6790742"/>
            <a:chOff x="44959" y="-8926"/>
            <a:chExt cx="9861750" cy="6790742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ADFA5062-4E0B-ACB3-BC6F-1299CF2E691C}"/>
                </a:ext>
              </a:extLst>
            </p:cNvPr>
            <p:cNvGrpSpPr/>
            <p:nvPr/>
          </p:nvGrpSpPr>
          <p:grpSpPr>
            <a:xfrm>
              <a:off x="185702" y="2011747"/>
              <a:ext cx="2649268" cy="3472639"/>
              <a:chOff x="651987" y="2687779"/>
              <a:chExt cx="2649268" cy="3170957"/>
            </a:xfrm>
          </p:grpSpPr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88C8C82F-9E45-B47D-E851-F5F8E0E001CB}"/>
                  </a:ext>
                </a:extLst>
              </p:cNvPr>
              <p:cNvSpPr txBox="1"/>
              <p:nvPr/>
            </p:nvSpPr>
            <p:spPr>
              <a:xfrm>
                <a:off x="651987" y="2815771"/>
                <a:ext cx="2649268" cy="3042965"/>
              </a:xfrm>
              <a:prstGeom prst="round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</p:spPr>
            <p:txBody>
              <a:bodyPr wrap="square" rtlCol="0">
                <a:spAutoFit/>
              </a:bodyPr>
              <a:lstStyle/>
              <a:p>
                <a:pPr marL="312738" indent="-312738">
                  <a:spcAft>
                    <a:spcPts val="600"/>
                  </a:spcAft>
                  <a:buFont typeface="+mj-lt"/>
                  <a:buAutoNum type="alphaUcPeriod"/>
                </a:pPr>
                <a:r>
                  <a:rPr lang="fr-CH" sz="1000" dirty="0" err="1"/>
                  <a:t>Calculate</a:t>
                </a:r>
                <a:r>
                  <a:rPr lang="fr-CH" sz="1000" dirty="0"/>
                  <a:t> Thorpe </a:t>
                </a:r>
                <a:r>
                  <a:rPr lang="fr-CH" sz="1000" dirty="0" err="1"/>
                  <a:t>displacements</a:t>
                </a:r>
                <a:endParaRPr lang="fr-CH" sz="1000" dirty="0"/>
              </a:p>
              <a:p>
                <a:pPr marL="312738" indent="-312738">
                  <a:spcAft>
                    <a:spcPts val="600"/>
                  </a:spcAft>
                  <a:buFont typeface="+mj-lt"/>
                  <a:buAutoNum type="alphaUcPeriod"/>
                </a:pPr>
                <a:r>
                  <a:rPr lang="fr-CH" sz="1000" dirty="0" err="1"/>
                  <a:t>Create</a:t>
                </a:r>
                <a:r>
                  <a:rPr lang="fr-CH" sz="1000" dirty="0"/>
                  <a:t> </a:t>
                </a:r>
                <a:r>
                  <a:rPr lang="fr-CH" sz="1000" dirty="0" err="1"/>
                  <a:t>binned</a:t>
                </a:r>
                <a:r>
                  <a:rPr lang="fr-CH" sz="1000" dirty="0"/>
                  <a:t> </a:t>
                </a:r>
                <a:r>
                  <a:rPr lang="fr-CH" sz="1000" dirty="0" err="1"/>
                  <a:t>quantities</a:t>
                </a:r>
                <a:endParaRPr lang="fr-CH" sz="1000" dirty="0"/>
              </a:p>
              <a:p>
                <a:pPr marL="312738" indent="-312738">
                  <a:spcAft>
                    <a:spcPts val="600"/>
                  </a:spcAft>
                  <a:buFont typeface="+mj-lt"/>
                  <a:buAutoNum type="alphaUcPeriod"/>
                </a:pPr>
                <a:r>
                  <a:rPr lang="fr-CH" sz="1000" dirty="0" err="1"/>
                  <a:t>Filter</a:t>
                </a:r>
                <a:r>
                  <a:rPr lang="fr-CH" sz="1000" dirty="0"/>
                  <a:t>/</a:t>
                </a:r>
                <a:r>
                  <a:rPr lang="fr-CH" sz="1000" dirty="0" err="1"/>
                  <a:t>despike</a:t>
                </a:r>
                <a:r>
                  <a:rPr lang="fr-CH" sz="1000" dirty="0"/>
                  <a:t> </a:t>
                </a:r>
                <a:r>
                  <a:rPr lang="fr-CH" sz="1000" dirty="0" err="1"/>
                  <a:t>shear</a:t>
                </a:r>
                <a:r>
                  <a:rPr lang="fr-CH" sz="1000" dirty="0"/>
                  <a:t> and </a:t>
                </a:r>
                <a:r>
                  <a:rPr lang="fr-CH" sz="1000" dirty="0" err="1"/>
                  <a:t>accelerometer</a:t>
                </a:r>
                <a:r>
                  <a:rPr lang="fr-CH" sz="1000" dirty="0"/>
                  <a:t> data</a:t>
                </a:r>
              </a:p>
              <a:p>
                <a:pPr marL="312738" indent="-312738">
                  <a:spcAft>
                    <a:spcPts val="600"/>
                  </a:spcAft>
                  <a:buFont typeface="+mj-lt"/>
                  <a:buAutoNum type="alphaUcPeriod"/>
                </a:pPr>
                <a:r>
                  <a:rPr lang="fr-CH" sz="1000" dirty="0"/>
                  <a:t>For </a:t>
                </a:r>
                <a:r>
                  <a:rPr lang="fr-CH" sz="1000" dirty="0" err="1"/>
                  <a:t>each</a:t>
                </a:r>
                <a:r>
                  <a:rPr lang="fr-CH" sz="1000" dirty="0"/>
                  <a:t> bin, </a:t>
                </a:r>
                <a:r>
                  <a:rPr lang="fr-CH" sz="1000" dirty="0" err="1"/>
                  <a:t>compute</a:t>
                </a:r>
                <a:r>
                  <a:rPr lang="fr-CH" sz="1000" dirty="0"/>
                  <a:t> bin-</a:t>
                </a:r>
                <a:r>
                  <a:rPr lang="fr-CH" sz="1000" dirty="0" err="1"/>
                  <a:t>averaged</a:t>
                </a:r>
                <a:r>
                  <a:rPr lang="fr-CH" sz="1000" dirty="0"/>
                  <a:t> </a:t>
                </a:r>
                <a:r>
                  <a:rPr lang="fr-CH" sz="1000" dirty="0" err="1"/>
                  <a:t>diffusivity</a:t>
                </a:r>
                <a:r>
                  <a:rPr lang="fr-CH" sz="1000" dirty="0"/>
                  <a:t> and </a:t>
                </a:r>
                <a:r>
                  <a:rPr lang="fr-CH" sz="1000" dirty="0" err="1"/>
                  <a:t>viscosity</a:t>
                </a:r>
                <a:endParaRPr lang="fr-CH" sz="1000" dirty="0"/>
              </a:p>
              <a:p>
                <a:pPr marL="312738" indent="-312738">
                  <a:spcAft>
                    <a:spcPts val="600"/>
                  </a:spcAft>
                  <a:buFont typeface="+mj-lt"/>
                  <a:buAutoNum type="alphaUcPeriod"/>
                </a:pPr>
                <a:r>
                  <a:rPr lang="fr-CH" sz="1000" dirty="0"/>
                  <a:t>For </a:t>
                </a:r>
                <a:r>
                  <a:rPr lang="fr-CH" sz="1000" dirty="0" err="1"/>
                  <a:t>each</a:t>
                </a:r>
                <a:r>
                  <a:rPr lang="fr-CH" sz="1000" dirty="0"/>
                  <a:t> bin, flag </a:t>
                </a:r>
                <a:r>
                  <a:rPr lang="fr-CH" sz="1000" dirty="0" err="1"/>
                  <a:t>acceleration</a:t>
                </a:r>
                <a:r>
                  <a:rPr lang="fr-CH" sz="1000" dirty="0"/>
                  <a:t>, vibration and inclination</a:t>
                </a:r>
              </a:p>
              <a:p>
                <a:pPr marL="312738" indent="-312738">
                  <a:spcAft>
                    <a:spcPts val="600"/>
                  </a:spcAft>
                  <a:buFont typeface="+mj-lt"/>
                  <a:buAutoNum type="alphaUcPeriod"/>
                </a:pPr>
                <a:r>
                  <a:rPr lang="fr-CH" sz="1000" dirty="0"/>
                  <a:t>For </a:t>
                </a:r>
                <a:r>
                  <a:rPr lang="fr-CH" sz="1000" dirty="0" err="1"/>
                  <a:t>each</a:t>
                </a:r>
                <a:r>
                  <a:rPr lang="fr-CH" sz="1000" dirty="0"/>
                  <a:t> bin, </a:t>
                </a:r>
                <a:r>
                  <a:rPr lang="fr-CH" sz="1000" dirty="0" err="1"/>
                  <a:t>perform</a:t>
                </a:r>
                <a:r>
                  <a:rPr lang="fr-CH" sz="1000" dirty="0"/>
                  <a:t> </a:t>
                </a:r>
                <a:r>
                  <a:rPr lang="fr-CH" sz="1000" dirty="0" err="1"/>
                  <a:t>shear</a:t>
                </a:r>
                <a:r>
                  <a:rPr lang="fr-CH" sz="1000" dirty="0"/>
                  <a:t> spectral </a:t>
                </a:r>
                <a:r>
                  <a:rPr lang="fr-CH" sz="1000" dirty="0" err="1"/>
                  <a:t>analysis</a:t>
                </a:r>
                <a:endParaRPr lang="fr-CH" sz="1000" dirty="0"/>
              </a:p>
              <a:p>
                <a:pPr marL="312738" indent="-312738">
                  <a:spcAft>
                    <a:spcPts val="600"/>
                  </a:spcAft>
                  <a:buFont typeface="+mj-lt"/>
                  <a:buAutoNum type="alphaUcPeriod"/>
                </a:pPr>
                <a:r>
                  <a:rPr lang="fr-CH" sz="1000" dirty="0"/>
                  <a:t>For </a:t>
                </a:r>
                <a:r>
                  <a:rPr lang="fr-CH" sz="1000" dirty="0" err="1"/>
                  <a:t>each</a:t>
                </a:r>
                <a:r>
                  <a:rPr lang="fr-CH" sz="1000" dirty="0"/>
                  <a:t> bin, </a:t>
                </a:r>
                <a:r>
                  <a:rPr lang="fr-CH" sz="1000" dirty="0" err="1"/>
                  <a:t>perform</a:t>
                </a:r>
                <a:r>
                  <a:rPr lang="fr-CH" sz="1000" dirty="0"/>
                  <a:t> </a:t>
                </a:r>
                <a:r>
                  <a:rPr lang="fr-CH" sz="1000" dirty="0" err="1"/>
                  <a:t>temperature</a:t>
                </a:r>
                <a:r>
                  <a:rPr lang="fr-CH" sz="1000" dirty="0"/>
                  <a:t> spectral </a:t>
                </a:r>
                <a:r>
                  <a:rPr lang="fr-CH" sz="1000" dirty="0" err="1"/>
                  <a:t>analysis</a:t>
                </a:r>
                <a:endParaRPr lang="fr-CH" sz="1000" dirty="0"/>
              </a:p>
              <a:p>
                <a:pPr marL="312738" indent="-312738">
                  <a:spcAft>
                    <a:spcPts val="600"/>
                  </a:spcAft>
                  <a:buFont typeface="+mj-lt"/>
                  <a:buAutoNum type="alphaUcPeriod"/>
                </a:pPr>
                <a:r>
                  <a:rPr lang="fr-CH" sz="1000" dirty="0"/>
                  <a:t>Flag spectral analyses </a:t>
                </a:r>
                <a:r>
                  <a:rPr lang="fr-CH" sz="1000" dirty="0" err="1"/>
                  <a:t>results</a:t>
                </a:r>
                <a:endParaRPr lang="fr-CH" sz="1000" dirty="0"/>
              </a:p>
              <a:p>
                <a:pPr marL="312738" indent="-312738">
                  <a:spcAft>
                    <a:spcPts val="600"/>
                  </a:spcAft>
                  <a:buFont typeface="+mj-lt"/>
                  <a:buAutoNum type="alphaUcPeriod"/>
                </a:pPr>
                <a:r>
                  <a:rPr lang="fr-CH" sz="1000" dirty="0" err="1"/>
                  <a:t>Compute</a:t>
                </a:r>
                <a:r>
                  <a:rPr lang="fr-CH" sz="1000" dirty="0"/>
                  <a:t> vertical </a:t>
                </a:r>
                <a:r>
                  <a:rPr lang="fr-CH" sz="1000" dirty="0" err="1"/>
                  <a:t>eddy</a:t>
                </a:r>
                <a:r>
                  <a:rPr lang="fr-CH" sz="1000" dirty="0"/>
                  <a:t> </a:t>
                </a:r>
                <a:r>
                  <a:rPr lang="fr-CH" sz="1000" dirty="0" err="1"/>
                  <a:t>diffusivity</a:t>
                </a:r>
                <a:endParaRPr lang="fr-CH" sz="1000" dirty="0"/>
              </a:p>
              <a:p>
                <a:pPr marL="312738" indent="-312738">
                  <a:spcAft>
                    <a:spcPts val="600"/>
                  </a:spcAft>
                  <a:buFont typeface="+mj-lt"/>
                  <a:buAutoNum type="alphaUcPeriod"/>
                </a:pPr>
                <a:r>
                  <a:rPr lang="fr-CH" sz="1000" dirty="0" err="1"/>
                  <a:t>Compute</a:t>
                </a:r>
                <a:r>
                  <a:rPr lang="fr-CH" sz="1000" dirty="0"/>
                  <a:t> </a:t>
                </a:r>
                <a:r>
                  <a:rPr lang="fr-CH" sz="1000" dirty="0" err="1"/>
                  <a:t>Ozmidov</a:t>
                </a:r>
                <a:r>
                  <a:rPr lang="fr-CH" sz="1000" dirty="0"/>
                  <a:t> </a:t>
                </a:r>
                <a:r>
                  <a:rPr lang="fr-CH" sz="1000" dirty="0" err="1"/>
                  <a:t>length</a:t>
                </a:r>
                <a:r>
                  <a:rPr lang="fr-CH" sz="1000" dirty="0"/>
                  <a:t> </a:t>
                </a:r>
                <a:r>
                  <a:rPr lang="fr-CH" sz="1000" dirty="0" err="1"/>
                  <a:t>scale</a:t>
                </a:r>
                <a:endParaRPr lang="fr-CH" sz="1000" dirty="0"/>
              </a:p>
            </p:txBody>
          </p:sp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C203E117-1F24-4AE8-A3BC-96506A9ECE05}"/>
                  </a:ext>
                </a:extLst>
              </p:cNvPr>
              <p:cNvSpPr txBox="1"/>
              <p:nvPr/>
            </p:nvSpPr>
            <p:spPr>
              <a:xfrm>
                <a:off x="1190297" y="2687779"/>
                <a:ext cx="1684814" cy="205398"/>
              </a:xfrm>
              <a:prstGeom prst="roundRect">
                <a:avLst>
                  <a:gd name="adj" fmla="val 42994"/>
                </a:avLst>
              </a:prstGeom>
              <a:solidFill>
                <a:schemeClr val="accent2"/>
              </a:solidFill>
            </p:spPr>
            <p:txBody>
              <a:bodyPr wrap="square" lIns="0" tIns="0" rIns="0" bIns="0" rtlCol="0" anchor="ctr" anchorCtr="0">
                <a:spAutoFit/>
              </a:bodyPr>
              <a:lstStyle/>
              <a:p>
                <a:pPr algn="ctr"/>
                <a:r>
                  <a:rPr lang="fr-CH" sz="1100" b="1" dirty="0" err="1">
                    <a:solidFill>
                      <a:schemeClr val="bg1"/>
                    </a:solidFill>
                  </a:rPr>
                  <a:t>resolve_turbulence.m</a:t>
                </a:r>
                <a:endParaRPr lang="fr-CH" sz="1100" b="1" dirty="0">
                  <a:solidFill>
                    <a:schemeClr val="bg1"/>
                  </a:solidFill>
                </a:endParaRPr>
              </a:p>
            </p:txBody>
          </p:sp>
        </p:grpSp>
        <p:sp>
          <p:nvSpPr>
            <p:cNvPr id="2" name="Rectangle: Rounded Corners 1">
              <a:extLst>
                <a:ext uri="{FF2B5EF4-FFF2-40B4-BE49-F238E27FC236}">
                  <a16:creationId xmlns:a16="http://schemas.microsoft.com/office/drawing/2014/main" id="{95B9ED60-1C6D-5F1E-7F35-95A623465CBF}"/>
                </a:ext>
              </a:extLst>
            </p:cNvPr>
            <p:cNvSpPr/>
            <p:nvPr/>
          </p:nvSpPr>
          <p:spPr>
            <a:xfrm>
              <a:off x="81720" y="210749"/>
              <a:ext cx="158630" cy="130969"/>
            </a:xfrm>
            <a:prstGeom prst="roundRect">
              <a:avLst/>
            </a:prstGeom>
            <a:solidFill>
              <a:schemeClr val="bg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8B0D7B1A-81EA-F8D4-33AB-B898FEF3CC88}"/>
                </a:ext>
              </a:extLst>
            </p:cNvPr>
            <p:cNvSpPr txBox="1"/>
            <p:nvPr/>
          </p:nvSpPr>
          <p:spPr>
            <a:xfrm>
              <a:off x="240350" y="173705"/>
              <a:ext cx="1827236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CH" sz="1000" dirty="0"/>
                <a:t>Matlab </a:t>
              </a:r>
              <a:r>
                <a:rPr lang="fr-CH" sz="1000" dirty="0" err="1"/>
                <a:t>built-in</a:t>
              </a:r>
              <a:r>
                <a:rPr lang="fr-CH" sz="1000" dirty="0"/>
                <a:t> </a:t>
              </a:r>
              <a:r>
                <a:rPr lang="fr-CH" sz="1000" dirty="0" err="1"/>
                <a:t>functions</a:t>
              </a:r>
              <a:endParaRPr lang="en-US" sz="1000" dirty="0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96D0C023-BAC2-A1BE-21E0-7C5EFED07B7A}"/>
                </a:ext>
              </a:extLst>
            </p:cNvPr>
            <p:cNvSpPr/>
            <p:nvPr/>
          </p:nvSpPr>
          <p:spPr>
            <a:xfrm>
              <a:off x="81720" y="55261"/>
              <a:ext cx="158630" cy="130969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7BF4ACBA-9734-1E3D-5B15-99D566FDB203}"/>
                </a:ext>
              </a:extLst>
            </p:cNvPr>
            <p:cNvSpPr txBox="1"/>
            <p:nvPr/>
          </p:nvSpPr>
          <p:spPr>
            <a:xfrm>
              <a:off x="240350" y="-8926"/>
              <a:ext cx="1331118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CH" sz="1000" dirty="0"/>
                <a:t>Input/output data</a:t>
              </a:r>
              <a:endParaRPr lang="en-US" sz="1000" dirty="0"/>
            </a:p>
          </p:txBody>
        </p:sp>
        <p:sp>
          <p:nvSpPr>
            <p:cNvPr id="9" name="Rectangle: Rounded Corners 8">
              <a:extLst>
                <a:ext uri="{FF2B5EF4-FFF2-40B4-BE49-F238E27FC236}">
                  <a16:creationId xmlns:a16="http://schemas.microsoft.com/office/drawing/2014/main" id="{DC80CD86-37C8-63D5-853F-AA71935D345C}"/>
                </a:ext>
              </a:extLst>
            </p:cNvPr>
            <p:cNvSpPr/>
            <p:nvPr/>
          </p:nvSpPr>
          <p:spPr>
            <a:xfrm>
              <a:off x="81720" y="382142"/>
              <a:ext cx="158630" cy="130969"/>
            </a:xfrm>
            <a:prstGeom prst="round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A6F21588-1E90-DF5C-57E0-6BD6D67B13BD}"/>
                </a:ext>
              </a:extLst>
            </p:cNvPr>
            <p:cNvSpPr txBox="1"/>
            <p:nvPr/>
          </p:nvSpPr>
          <p:spPr>
            <a:xfrm>
              <a:off x="240349" y="324515"/>
              <a:ext cx="2786220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CH" sz="1000" dirty="0" err="1"/>
                <a:t>Customized</a:t>
              </a:r>
              <a:r>
                <a:rPr lang="fr-CH" sz="1000" dirty="0"/>
                <a:t> scripts in </a:t>
              </a:r>
              <a:r>
                <a:rPr lang="fr-CH" sz="1000" i="1" dirty="0"/>
                <a:t>microstructure</a:t>
              </a:r>
              <a:r>
                <a:rPr lang="fr-CH" sz="1000" dirty="0"/>
                <a:t> folder </a:t>
              </a:r>
              <a:endParaRPr lang="en-US" sz="1000" dirty="0"/>
            </a:p>
          </p:txBody>
        </p:sp>
        <p:sp>
          <p:nvSpPr>
            <p:cNvPr id="11" name="Rectangle: Rounded Corners 10">
              <a:extLst>
                <a:ext uri="{FF2B5EF4-FFF2-40B4-BE49-F238E27FC236}">
                  <a16:creationId xmlns:a16="http://schemas.microsoft.com/office/drawing/2014/main" id="{27D7ED4B-1032-D225-0534-9C42A0DAE22E}"/>
                </a:ext>
              </a:extLst>
            </p:cNvPr>
            <p:cNvSpPr/>
            <p:nvPr/>
          </p:nvSpPr>
          <p:spPr>
            <a:xfrm>
              <a:off x="81720" y="553535"/>
              <a:ext cx="158630" cy="130969"/>
            </a:xfrm>
            <a:prstGeom prst="roundRect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55F6AA93-BF7E-D12E-E57D-A6A134EB893B}"/>
                </a:ext>
              </a:extLst>
            </p:cNvPr>
            <p:cNvSpPr txBox="1"/>
            <p:nvPr/>
          </p:nvSpPr>
          <p:spPr>
            <a:xfrm>
              <a:off x="240349" y="503415"/>
              <a:ext cx="2786220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CH" sz="1000" dirty="0"/>
                <a:t>ODAS scripts</a:t>
              </a:r>
              <a:endParaRPr lang="en-US" sz="1000" dirty="0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1E0D0E69-E979-25B1-96F8-58E89430E01A}"/>
                </a:ext>
              </a:extLst>
            </p:cNvPr>
            <p:cNvSpPr/>
            <p:nvPr/>
          </p:nvSpPr>
          <p:spPr>
            <a:xfrm>
              <a:off x="44959" y="791335"/>
              <a:ext cx="1520587" cy="635211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CH" sz="1100" b="1" i="1" dirty="0"/>
                <a:t>DATA </a:t>
              </a:r>
            </a:p>
            <a:p>
              <a:pPr algn="ctr"/>
              <a:r>
                <a:rPr lang="fr-CH" sz="1100" dirty="0"/>
                <a:t>(structure </a:t>
              </a:r>
              <a:r>
                <a:rPr lang="fr-CH" sz="1100" dirty="0" err="1"/>
                <a:t>generated</a:t>
              </a:r>
              <a:r>
                <a:rPr lang="fr-CH" sz="1100" dirty="0"/>
                <a:t> by odas_p2mat)</a:t>
              </a:r>
            </a:p>
          </p:txBody>
        </p:sp>
        <p:sp>
          <p:nvSpPr>
            <p:cNvPr id="14" name="Arrow: Down 13">
              <a:extLst>
                <a:ext uri="{FF2B5EF4-FFF2-40B4-BE49-F238E27FC236}">
                  <a16:creationId xmlns:a16="http://schemas.microsoft.com/office/drawing/2014/main" id="{90490309-3E5F-BA0F-6619-5784710ECB97}"/>
                </a:ext>
              </a:extLst>
            </p:cNvPr>
            <p:cNvSpPr/>
            <p:nvPr/>
          </p:nvSpPr>
          <p:spPr>
            <a:xfrm rot="20255145">
              <a:off x="837382" y="1498274"/>
              <a:ext cx="200025" cy="436465"/>
            </a:xfrm>
            <a:prstGeom prst="downArrow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B28E856E-0EB5-CABC-89A3-B83418450599}"/>
                </a:ext>
              </a:extLst>
            </p:cNvPr>
            <p:cNvSpPr/>
            <p:nvPr/>
          </p:nvSpPr>
          <p:spPr>
            <a:xfrm>
              <a:off x="1687208" y="787485"/>
              <a:ext cx="1981717" cy="635211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CH" sz="1100" b="1" i="1" dirty="0"/>
                <a:t>param</a:t>
              </a:r>
            </a:p>
            <a:p>
              <a:pPr algn="ctr"/>
              <a:r>
                <a:rPr lang="fr-CH" sz="1100" dirty="0"/>
                <a:t>(structure </a:t>
              </a:r>
              <a:r>
                <a:rPr lang="fr-CH" sz="1100" dirty="0" err="1"/>
                <a:t>generated</a:t>
              </a:r>
              <a:r>
                <a:rPr lang="fr-CH" sz="1100" dirty="0"/>
                <a:t> by </a:t>
              </a:r>
              <a:r>
                <a:rPr lang="fr-CH" sz="1100" dirty="0" err="1"/>
                <a:t>load_parameters_</a:t>
              </a:r>
              <a:r>
                <a:rPr lang="fr-CH" sz="1100" i="1" dirty="0" err="1"/>
                <a:t>lakename</a:t>
              </a:r>
              <a:r>
                <a:rPr lang="fr-CH" sz="1100" i="1" dirty="0"/>
                <a:t>)</a:t>
              </a:r>
              <a:endParaRPr lang="fr-CH" sz="1100" dirty="0"/>
            </a:p>
          </p:txBody>
        </p:sp>
        <p:sp>
          <p:nvSpPr>
            <p:cNvPr id="16" name="Arrow: Down 15">
              <a:extLst>
                <a:ext uri="{FF2B5EF4-FFF2-40B4-BE49-F238E27FC236}">
                  <a16:creationId xmlns:a16="http://schemas.microsoft.com/office/drawing/2014/main" id="{9D22F6F1-B516-0C66-3465-C7F0980F4E69}"/>
                </a:ext>
              </a:extLst>
            </p:cNvPr>
            <p:cNvSpPr/>
            <p:nvPr/>
          </p:nvSpPr>
          <p:spPr>
            <a:xfrm rot="2459619">
              <a:off x="1841605" y="1501641"/>
              <a:ext cx="200025" cy="436465"/>
            </a:xfrm>
            <a:prstGeom prst="downArrow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BC4AB46A-C71A-17DC-29E0-760EAF6A56FD}"/>
                </a:ext>
              </a:extLst>
            </p:cNvPr>
            <p:cNvSpPr/>
            <p:nvPr/>
          </p:nvSpPr>
          <p:spPr>
            <a:xfrm>
              <a:off x="3750105" y="794924"/>
              <a:ext cx="1520587" cy="90015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CH" sz="1100" dirty="0" err="1"/>
                <a:t>Other</a:t>
              </a:r>
              <a:r>
                <a:rPr lang="fr-CH" sz="1100" dirty="0"/>
                <a:t> arguments (profile index, plot </a:t>
              </a:r>
              <a:r>
                <a:rPr lang="fr-CH" sz="1100" dirty="0" err="1"/>
                <a:t>parameters</a:t>
              </a:r>
              <a:r>
                <a:rPr lang="fr-CH" sz="1100" dirty="0"/>
                <a:t>, output folder, etc.)</a:t>
              </a:r>
            </a:p>
          </p:txBody>
        </p:sp>
        <p:sp>
          <p:nvSpPr>
            <p:cNvPr id="18" name="Arrow: Down 17">
              <a:extLst>
                <a:ext uri="{FF2B5EF4-FFF2-40B4-BE49-F238E27FC236}">
                  <a16:creationId xmlns:a16="http://schemas.microsoft.com/office/drawing/2014/main" id="{629207F7-3CC9-6ED4-0AAB-588E2F15C9C9}"/>
                </a:ext>
              </a:extLst>
            </p:cNvPr>
            <p:cNvSpPr/>
            <p:nvPr/>
          </p:nvSpPr>
          <p:spPr>
            <a:xfrm rot="3792774">
              <a:off x="3046023" y="1426336"/>
              <a:ext cx="187805" cy="977146"/>
            </a:xfrm>
            <a:prstGeom prst="downArrow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AE2AB4A8-52CE-CCC7-262C-E86A79783005}"/>
                </a:ext>
              </a:extLst>
            </p:cNvPr>
            <p:cNvSpPr/>
            <p:nvPr/>
          </p:nvSpPr>
          <p:spPr>
            <a:xfrm>
              <a:off x="4048075" y="6146604"/>
              <a:ext cx="1848109" cy="635211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CH" sz="1100" b="1" i="1" dirty="0"/>
                <a:t>BIN</a:t>
              </a:r>
            </a:p>
            <a:p>
              <a:pPr algn="ctr"/>
              <a:r>
                <a:rPr lang="fr-CH" sz="1100" dirty="0"/>
                <a:t>(structure </a:t>
              </a:r>
              <a:r>
                <a:rPr lang="fr-CH" sz="1100" dirty="0" err="1"/>
                <a:t>corresponding</a:t>
              </a:r>
              <a:r>
                <a:rPr lang="fr-CH" sz="1100" dirty="0"/>
                <a:t> to </a:t>
              </a:r>
              <a:r>
                <a:rPr lang="fr-CH" sz="1100" i="1" dirty="0"/>
                <a:t>BINNED{</a:t>
              </a:r>
              <a:r>
                <a:rPr lang="fr-CH" sz="1100" i="1" dirty="0" err="1"/>
                <a:t>ind_prof</a:t>
              </a:r>
              <a:r>
                <a:rPr lang="fr-CH" sz="1100" i="1" dirty="0"/>
                <a:t>} </a:t>
              </a:r>
              <a:r>
                <a:rPr lang="fr-CH" sz="1100" dirty="0"/>
                <a:t>)</a:t>
              </a:r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89546869-E8DA-2906-CF09-767FA91B82A1}"/>
                </a:ext>
              </a:extLst>
            </p:cNvPr>
            <p:cNvSpPr/>
            <p:nvPr/>
          </p:nvSpPr>
          <p:spPr>
            <a:xfrm>
              <a:off x="156953" y="6146605"/>
              <a:ext cx="1848109" cy="635211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CH" sz="1100" b="1" i="1" dirty="0"/>
                <a:t>SLOW</a:t>
              </a:r>
            </a:p>
            <a:p>
              <a:pPr algn="ctr"/>
              <a:r>
                <a:rPr lang="fr-CH" sz="1100" dirty="0"/>
                <a:t>(structure </a:t>
              </a:r>
              <a:r>
                <a:rPr lang="fr-CH" sz="1100" dirty="0" err="1"/>
                <a:t>corresponding</a:t>
              </a:r>
              <a:r>
                <a:rPr lang="fr-CH" sz="1100" dirty="0"/>
                <a:t> to  </a:t>
              </a:r>
              <a:r>
                <a:rPr lang="fr-CH" sz="1100" i="1" dirty="0"/>
                <a:t>SLOW{</a:t>
              </a:r>
              <a:r>
                <a:rPr lang="fr-CH" sz="1100" i="1" dirty="0" err="1"/>
                <a:t>ind_prof</a:t>
              </a:r>
              <a:r>
                <a:rPr lang="fr-CH" sz="1100" i="1" dirty="0"/>
                <a:t>} </a:t>
              </a:r>
              <a:r>
                <a:rPr lang="fr-CH" sz="1100" dirty="0"/>
                <a:t>)</a:t>
              </a:r>
            </a:p>
          </p:txBody>
        </p:sp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987B3CAE-3C1D-BB2F-7030-C90592C6FAAB}"/>
                </a:ext>
              </a:extLst>
            </p:cNvPr>
            <p:cNvSpPr/>
            <p:nvPr/>
          </p:nvSpPr>
          <p:spPr>
            <a:xfrm>
              <a:off x="2067586" y="6146604"/>
              <a:ext cx="1917965" cy="635211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CH" sz="1100" b="1" i="1" dirty="0"/>
                <a:t>FAST</a:t>
              </a:r>
            </a:p>
            <a:p>
              <a:pPr algn="ctr"/>
              <a:r>
                <a:rPr lang="fr-CH" sz="1100" dirty="0"/>
                <a:t>(structure </a:t>
              </a:r>
              <a:r>
                <a:rPr lang="fr-CH" sz="1100" dirty="0" err="1"/>
                <a:t>corresponding</a:t>
              </a:r>
              <a:r>
                <a:rPr lang="fr-CH" sz="1100" dirty="0"/>
                <a:t> to </a:t>
              </a:r>
              <a:r>
                <a:rPr lang="fr-CH" sz="1100" i="1" dirty="0"/>
                <a:t>FAST{</a:t>
              </a:r>
              <a:r>
                <a:rPr lang="fr-CH" sz="1100" i="1" dirty="0" err="1"/>
                <a:t>ind_prof</a:t>
              </a:r>
              <a:r>
                <a:rPr lang="fr-CH" sz="1100" i="1" dirty="0"/>
                <a:t>} </a:t>
              </a:r>
              <a:r>
                <a:rPr lang="fr-CH" sz="1100" dirty="0"/>
                <a:t>)</a:t>
              </a: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F41DEBFF-37C1-9DEF-BFCD-E82FDF0DB955}"/>
                </a:ext>
              </a:extLst>
            </p:cNvPr>
            <p:cNvSpPr txBox="1"/>
            <p:nvPr/>
          </p:nvSpPr>
          <p:spPr>
            <a:xfrm>
              <a:off x="3529844" y="111443"/>
              <a:ext cx="5790405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CH" sz="1400" b="1" dirty="0"/>
                <a:t>Details of STEP II.8 – Turbulence </a:t>
              </a:r>
              <a:r>
                <a:rPr lang="fr-CH" sz="1400" b="1" dirty="0" err="1"/>
                <a:t>analysis</a:t>
              </a:r>
              <a:r>
                <a:rPr lang="fr-CH" sz="1400" b="1" dirty="0"/>
                <a:t> (for </a:t>
              </a:r>
              <a:r>
                <a:rPr lang="fr-CH" sz="1400" b="1" dirty="0" err="1"/>
                <a:t>each</a:t>
              </a:r>
              <a:r>
                <a:rPr lang="fr-CH" sz="1400" b="1" dirty="0"/>
                <a:t> profile </a:t>
              </a:r>
              <a:r>
                <a:rPr lang="fr-CH" sz="1400" b="1" i="1" dirty="0" err="1"/>
                <a:t>ind_prof</a:t>
              </a:r>
              <a:r>
                <a:rPr lang="fr-CH" sz="1400" b="1" dirty="0"/>
                <a:t>):</a:t>
              </a:r>
              <a:endParaRPr lang="en-US" sz="1400" b="1" dirty="0"/>
            </a:p>
          </p:txBody>
        </p:sp>
        <p:sp>
          <p:nvSpPr>
            <p:cNvPr id="23" name="Arrow: Down 22">
              <a:extLst>
                <a:ext uri="{FF2B5EF4-FFF2-40B4-BE49-F238E27FC236}">
                  <a16:creationId xmlns:a16="http://schemas.microsoft.com/office/drawing/2014/main" id="{2420F222-FB2F-E618-F064-BA3D6E669338}"/>
                </a:ext>
              </a:extLst>
            </p:cNvPr>
            <p:cNvSpPr/>
            <p:nvPr/>
          </p:nvSpPr>
          <p:spPr>
            <a:xfrm rot="2487712">
              <a:off x="1652545" y="5643210"/>
              <a:ext cx="200025" cy="436465"/>
            </a:xfrm>
            <a:prstGeom prst="downArrow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Arrow: Down 23">
              <a:extLst>
                <a:ext uri="{FF2B5EF4-FFF2-40B4-BE49-F238E27FC236}">
                  <a16:creationId xmlns:a16="http://schemas.microsoft.com/office/drawing/2014/main" id="{4A66A86D-4D6D-A1FF-14F2-A166AB14C7A3}"/>
                </a:ext>
              </a:extLst>
            </p:cNvPr>
            <p:cNvSpPr/>
            <p:nvPr/>
          </p:nvSpPr>
          <p:spPr>
            <a:xfrm rot="20248805">
              <a:off x="2707913" y="5664074"/>
              <a:ext cx="200025" cy="436465"/>
            </a:xfrm>
            <a:prstGeom prst="downArrow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" name="Arrow: Down 24">
              <a:extLst>
                <a:ext uri="{FF2B5EF4-FFF2-40B4-BE49-F238E27FC236}">
                  <a16:creationId xmlns:a16="http://schemas.microsoft.com/office/drawing/2014/main" id="{A173AF89-5794-6CF3-D3C5-A9C7242F5B02}"/>
                </a:ext>
              </a:extLst>
            </p:cNvPr>
            <p:cNvSpPr/>
            <p:nvPr/>
          </p:nvSpPr>
          <p:spPr>
            <a:xfrm rot="18360429">
              <a:off x="3601243" y="5405402"/>
              <a:ext cx="243740" cy="830212"/>
            </a:xfrm>
            <a:prstGeom prst="downArrow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2B0F2146-C495-B42B-0BFB-A5966CB2D6C6}"/>
                </a:ext>
              </a:extLst>
            </p:cNvPr>
            <p:cNvGrpSpPr/>
            <p:nvPr/>
          </p:nvGrpSpPr>
          <p:grpSpPr>
            <a:xfrm>
              <a:off x="2949196" y="2629141"/>
              <a:ext cx="1780191" cy="800852"/>
              <a:chOff x="497282" y="2722942"/>
              <a:chExt cx="1780191" cy="800852"/>
            </a:xfrm>
          </p:grpSpPr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56CDEC70-89B0-C0D2-AF26-278B0546BC5F}"/>
                  </a:ext>
                </a:extLst>
              </p:cNvPr>
              <p:cNvSpPr txBox="1"/>
              <p:nvPr/>
            </p:nvSpPr>
            <p:spPr>
              <a:xfrm>
                <a:off x="497282" y="2910860"/>
                <a:ext cx="1780191" cy="612934"/>
              </a:xfrm>
              <a:prstGeom prst="round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</p:spPr>
            <p:txBody>
              <a:bodyPr wrap="square" rtlCol="0">
                <a:spAutoFit/>
              </a:bodyPr>
              <a:lstStyle/>
              <a:p>
                <a:r>
                  <a:rPr lang="en-US" sz="1000" dirty="0"/>
                  <a:t>Remove short-duration spikes from a signal (shear and accelerometer)</a:t>
                </a:r>
              </a:p>
            </p:txBody>
          </p:sp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005D2C49-BD07-6863-3E4C-8F402DE2EB5E}"/>
                  </a:ext>
                </a:extLst>
              </p:cNvPr>
              <p:cNvSpPr txBox="1"/>
              <p:nvPr/>
            </p:nvSpPr>
            <p:spPr>
              <a:xfrm>
                <a:off x="680336" y="2722942"/>
                <a:ext cx="1384461" cy="224939"/>
              </a:xfrm>
              <a:prstGeom prst="roundRect">
                <a:avLst>
                  <a:gd name="adj" fmla="val 42994"/>
                </a:avLst>
              </a:prstGeom>
              <a:solidFill>
                <a:schemeClr val="accent6"/>
              </a:solidFill>
            </p:spPr>
            <p:txBody>
              <a:bodyPr wrap="square" lIns="0" tIns="0" rIns="0" bIns="0" rtlCol="0" anchor="ctr" anchorCtr="0">
                <a:spAutoFit/>
              </a:bodyPr>
              <a:lstStyle/>
              <a:p>
                <a:pPr algn="ctr"/>
                <a:r>
                  <a:rPr lang="fr-CH" sz="1100" b="1" dirty="0" err="1">
                    <a:solidFill>
                      <a:schemeClr val="bg1"/>
                    </a:solidFill>
                  </a:rPr>
                  <a:t>despike.m</a:t>
                </a:r>
                <a:endParaRPr lang="fr-CH" sz="1100" b="1" dirty="0">
                  <a:solidFill>
                    <a:schemeClr val="bg1"/>
                  </a:solidFill>
                </a:endParaRPr>
              </a:p>
            </p:txBody>
          </p:sp>
        </p:grpSp>
        <p:grpSp>
          <p:nvGrpSpPr>
            <p:cNvPr id="38" name="Group 37">
              <a:extLst>
                <a:ext uri="{FF2B5EF4-FFF2-40B4-BE49-F238E27FC236}">
                  <a16:creationId xmlns:a16="http://schemas.microsoft.com/office/drawing/2014/main" id="{8421E9E8-E4FA-42B7-E40D-42915E02D1AB}"/>
                </a:ext>
              </a:extLst>
            </p:cNvPr>
            <p:cNvGrpSpPr/>
            <p:nvPr/>
          </p:nvGrpSpPr>
          <p:grpSpPr>
            <a:xfrm>
              <a:off x="4832082" y="2299866"/>
              <a:ext cx="2343339" cy="622459"/>
              <a:chOff x="497282" y="2731075"/>
              <a:chExt cx="2343339" cy="622459"/>
            </a:xfrm>
          </p:grpSpPr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62C98424-FD60-E878-4599-167A0C4691C9}"/>
                  </a:ext>
                </a:extLst>
              </p:cNvPr>
              <p:cNvSpPr txBox="1"/>
              <p:nvPr/>
            </p:nvSpPr>
            <p:spPr>
              <a:xfrm>
                <a:off x="497282" y="2910860"/>
                <a:ext cx="2343339" cy="442674"/>
              </a:xfrm>
              <a:prstGeom prst="roundRect">
                <a:avLst/>
              </a:prstGeom>
              <a:solidFill>
                <a:schemeClr val="bg1">
                  <a:lumMod val="95000"/>
                </a:schemeClr>
              </a:solidFill>
            </p:spPr>
            <p:txBody>
              <a:bodyPr wrap="square" rtlCol="0">
                <a:spAutoFit/>
              </a:bodyPr>
              <a:lstStyle/>
              <a:p>
                <a:r>
                  <a:rPr lang="fr-CH" sz="1000" dirty="0" err="1"/>
                  <a:t>Define</a:t>
                </a:r>
                <a:r>
                  <a:rPr lang="fr-CH" sz="1000" dirty="0"/>
                  <a:t> the </a:t>
                </a:r>
                <a:r>
                  <a:rPr lang="fr-CH" sz="1000" dirty="0" err="1"/>
                  <a:t>filter</a:t>
                </a:r>
                <a:r>
                  <a:rPr lang="fr-CH" sz="1000" dirty="0"/>
                  <a:t> coefficients for a 1st </a:t>
                </a:r>
                <a:r>
                  <a:rPr lang="fr-CH" sz="1000" dirty="0" err="1"/>
                  <a:t>order</a:t>
                </a:r>
                <a:r>
                  <a:rPr lang="fr-CH" sz="1000" dirty="0"/>
                  <a:t> </a:t>
                </a:r>
                <a:r>
                  <a:rPr lang="en-US" sz="1000" dirty="0"/>
                  <a:t>Butterworth </a:t>
                </a:r>
                <a:r>
                  <a:rPr lang="en-US" sz="1000" dirty="0" err="1"/>
                  <a:t>highpass</a:t>
                </a:r>
                <a:r>
                  <a:rPr lang="en-US" sz="1000" dirty="0"/>
                  <a:t> filter </a:t>
                </a:r>
              </a:p>
            </p:txBody>
          </p:sp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4E50C52E-F2C2-8F44-D562-860DBBF0E027}"/>
                  </a:ext>
                </a:extLst>
              </p:cNvPr>
              <p:cNvSpPr txBox="1"/>
              <p:nvPr/>
            </p:nvSpPr>
            <p:spPr>
              <a:xfrm>
                <a:off x="1039161" y="2731075"/>
                <a:ext cx="1384461" cy="224939"/>
              </a:xfrm>
              <a:prstGeom prst="roundRect">
                <a:avLst>
                  <a:gd name="adj" fmla="val 42994"/>
                </a:avLst>
              </a:prstGeom>
              <a:solidFill>
                <a:schemeClr val="bg1">
                  <a:lumMod val="50000"/>
                </a:schemeClr>
              </a:solidFill>
            </p:spPr>
            <p:txBody>
              <a:bodyPr wrap="square" lIns="0" tIns="0" rIns="0" bIns="0" rtlCol="0" anchor="ctr" anchorCtr="0">
                <a:spAutoFit/>
              </a:bodyPr>
              <a:lstStyle/>
              <a:p>
                <a:pPr algn="ctr"/>
                <a:r>
                  <a:rPr lang="fr-CH" sz="1100" b="1" dirty="0" err="1">
                    <a:solidFill>
                      <a:schemeClr val="bg1"/>
                    </a:solidFill>
                  </a:rPr>
                  <a:t>butter.m</a:t>
                </a:r>
                <a:endParaRPr lang="fr-CH" sz="1100" b="1" dirty="0">
                  <a:solidFill>
                    <a:schemeClr val="bg1"/>
                  </a:solidFill>
                </a:endParaRPr>
              </a:p>
            </p:txBody>
          </p:sp>
        </p:grpSp>
        <p:grpSp>
          <p:nvGrpSpPr>
            <p:cNvPr id="41" name="Group 40">
              <a:extLst>
                <a:ext uri="{FF2B5EF4-FFF2-40B4-BE49-F238E27FC236}">
                  <a16:creationId xmlns:a16="http://schemas.microsoft.com/office/drawing/2014/main" id="{821B541D-588C-1666-7D51-B520514CB704}"/>
                </a:ext>
              </a:extLst>
            </p:cNvPr>
            <p:cNvGrpSpPr/>
            <p:nvPr/>
          </p:nvGrpSpPr>
          <p:grpSpPr>
            <a:xfrm>
              <a:off x="4881827" y="3086296"/>
              <a:ext cx="1949306" cy="640911"/>
              <a:chOff x="497283" y="2712623"/>
              <a:chExt cx="1949306" cy="640911"/>
            </a:xfrm>
          </p:grpSpPr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5706D9E5-20F6-EC15-BD19-0760834357B2}"/>
                  </a:ext>
                </a:extLst>
              </p:cNvPr>
              <p:cNvSpPr txBox="1"/>
              <p:nvPr/>
            </p:nvSpPr>
            <p:spPr>
              <a:xfrm>
                <a:off x="497283" y="2910860"/>
                <a:ext cx="1949306" cy="442674"/>
              </a:xfrm>
              <a:prstGeom prst="roundRect">
                <a:avLst/>
              </a:prstGeom>
              <a:solidFill>
                <a:schemeClr val="bg1">
                  <a:lumMod val="95000"/>
                </a:schemeClr>
              </a:solidFill>
            </p:spPr>
            <p:txBody>
              <a:bodyPr wrap="square" rtlCol="0">
                <a:spAutoFit/>
              </a:bodyPr>
              <a:lstStyle/>
              <a:p>
                <a:r>
                  <a:rPr lang="fr-CH" sz="1000" dirty="0"/>
                  <a:t>Apply the </a:t>
                </a:r>
                <a:r>
                  <a:rPr lang="fr-CH" sz="1000" dirty="0" err="1"/>
                  <a:t>highpass</a:t>
                </a:r>
                <a:r>
                  <a:rPr lang="fr-CH" sz="1000" dirty="0"/>
                  <a:t> </a:t>
                </a:r>
                <a:r>
                  <a:rPr lang="fr-CH" sz="1000" dirty="0" err="1"/>
                  <a:t>filter</a:t>
                </a:r>
                <a:r>
                  <a:rPr lang="fr-CH" sz="1000" dirty="0"/>
                  <a:t> on a signal </a:t>
                </a:r>
                <a:r>
                  <a:rPr lang="en-US" sz="1000" dirty="0"/>
                  <a:t>(shear)</a:t>
                </a:r>
                <a:endParaRPr lang="fr-CH" sz="1000" dirty="0"/>
              </a:p>
            </p:txBody>
          </p:sp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7C9D64ED-E5EE-7077-8845-D4D294D8CD62}"/>
                  </a:ext>
                </a:extLst>
              </p:cNvPr>
              <p:cNvSpPr txBox="1"/>
              <p:nvPr/>
            </p:nvSpPr>
            <p:spPr>
              <a:xfrm>
                <a:off x="779705" y="2712623"/>
                <a:ext cx="1384461" cy="224939"/>
              </a:xfrm>
              <a:prstGeom prst="roundRect">
                <a:avLst>
                  <a:gd name="adj" fmla="val 42994"/>
                </a:avLst>
              </a:prstGeom>
              <a:solidFill>
                <a:schemeClr val="bg1">
                  <a:lumMod val="50000"/>
                </a:schemeClr>
              </a:solidFill>
            </p:spPr>
            <p:txBody>
              <a:bodyPr wrap="square" lIns="0" tIns="0" rIns="0" bIns="0" rtlCol="0" anchor="ctr" anchorCtr="0">
                <a:spAutoFit/>
              </a:bodyPr>
              <a:lstStyle/>
              <a:p>
                <a:pPr algn="ctr"/>
                <a:r>
                  <a:rPr lang="fr-CH" sz="1100" b="1" dirty="0" err="1">
                    <a:solidFill>
                      <a:schemeClr val="bg1"/>
                    </a:solidFill>
                  </a:rPr>
                  <a:t>filter.m</a:t>
                </a:r>
                <a:endParaRPr lang="fr-CH" sz="1100" b="1" dirty="0">
                  <a:solidFill>
                    <a:schemeClr val="bg1"/>
                  </a:solidFill>
                </a:endParaRPr>
              </a:p>
            </p:txBody>
          </p:sp>
        </p:grpSp>
        <p:grpSp>
          <p:nvGrpSpPr>
            <p:cNvPr id="44" name="Group 43">
              <a:extLst>
                <a:ext uri="{FF2B5EF4-FFF2-40B4-BE49-F238E27FC236}">
                  <a16:creationId xmlns:a16="http://schemas.microsoft.com/office/drawing/2014/main" id="{9BC7A18F-EF9F-DED2-753E-A4948F5B1B64}"/>
                </a:ext>
              </a:extLst>
            </p:cNvPr>
            <p:cNvGrpSpPr/>
            <p:nvPr/>
          </p:nvGrpSpPr>
          <p:grpSpPr>
            <a:xfrm>
              <a:off x="7231481" y="3101831"/>
              <a:ext cx="2275643" cy="621244"/>
              <a:chOff x="497282" y="2732290"/>
              <a:chExt cx="2275643" cy="621244"/>
            </a:xfrm>
          </p:grpSpPr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E5BB394E-FDED-7359-651C-D870F2797ADC}"/>
                  </a:ext>
                </a:extLst>
              </p:cNvPr>
              <p:cNvSpPr txBox="1"/>
              <p:nvPr/>
            </p:nvSpPr>
            <p:spPr>
              <a:xfrm>
                <a:off x="497282" y="2910860"/>
                <a:ext cx="2275643" cy="442674"/>
              </a:xfrm>
              <a:prstGeom prst="round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</p:spPr>
            <p:txBody>
              <a:bodyPr wrap="square" rtlCol="0">
                <a:spAutoFit/>
              </a:bodyPr>
              <a:lstStyle/>
              <a:p>
                <a:r>
                  <a:rPr lang="en-US" sz="1000" dirty="0"/>
                  <a:t>Estimate the cross- and auto-spectrum of one or two vectors</a:t>
                </a:r>
              </a:p>
            </p:txBody>
          </p:sp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D2021E3E-DD64-729E-CDD2-D4D5EB6C3202}"/>
                  </a:ext>
                </a:extLst>
              </p:cNvPr>
              <p:cNvSpPr txBox="1"/>
              <p:nvPr/>
            </p:nvSpPr>
            <p:spPr>
              <a:xfrm>
                <a:off x="1105559" y="2732290"/>
                <a:ext cx="1384461" cy="224939"/>
              </a:xfrm>
              <a:prstGeom prst="roundRect">
                <a:avLst>
                  <a:gd name="adj" fmla="val 42994"/>
                </a:avLst>
              </a:prstGeom>
              <a:solidFill>
                <a:schemeClr val="accent6"/>
              </a:solidFill>
            </p:spPr>
            <p:txBody>
              <a:bodyPr wrap="square" lIns="0" tIns="0" rIns="0" bIns="0" rtlCol="0" anchor="ctr" anchorCtr="0">
                <a:spAutoFit/>
              </a:bodyPr>
              <a:lstStyle/>
              <a:p>
                <a:pPr algn="ctr"/>
                <a:r>
                  <a:rPr lang="fr-CH" sz="1100" b="1" dirty="0" err="1">
                    <a:solidFill>
                      <a:schemeClr val="bg1"/>
                    </a:solidFill>
                  </a:rPr>
                  <a:t>csd_odas.m</a:t>
                </a:r>
                <a:endParaRPr lang="fr-CH" sz="1100" b="1" dirty="0">
                  <a:solidFill>
                    <a:schemeClr val="bg1"/>
                  </a:solidFill>
                </a:endParaRPr>
              </a:p>
            </p:txBody>
          </p:sp>
        </p:grpSp>
        <p:grpSp>
          <p:nvGrpSpPr>
            <p:cNvPr id="51" name="Group 50">
              <a:extLst>
                <a:ext uri="{FF2B5EF4-FFF2-40B4-BE49-F238E27FC236}">
                  <a16:creationId xmlns:a16="http://schemas.microsoft.com/office/drawing/2014/main" id="{400A0947-6DAB-8D30-73A9-02641D6EBDD9}"/>
                </a:ext>
              </a:extLst>
            </p:cNvPr>
            <p:cNvGrpSpPr/>
            <p:nvPr/>
          </p:nvGrpSpPr>
          <p:grpSpPr>
            <a:xfrm>
              <a:off x="7234254" y="2299866"/>
              <a:ext cx="2510137" cy="630592"/>
              <a:chOff x="497282" y="2722942"/>
              <a:chExt cx="2510137" cy="630592"/>
            </a:xfrm>
          </p:grpSpPr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D38D8B70-C030-3153-06AD-2658F6D884D3}"/>
                  </a:ext>
                </a:extLst>
              </p:cNvPr>
              <p:cNvSpPr txBox="1"/>
              <p:nvPr/>
            </p:nvSpPr>
            <p:spPr>
              <a:xfrm>
                <a:off x="497282" y="2910860"/>
                <a:ext cx="2510137" cy="442674"/>
              </a:xfrm>
              <a:prstGeom prst="roundRect">
                <a:avLst/>
              </a:prstGeom>
              <a:solidFill>
                <a:schemeClr val="bg1">
                  <a:lumMod val="95000"/>
                </a:schemeClr>
              </a:solidFill>
            </p:spPr>
            <p:txBody>
              <a:bodyPr wrap="square" rtlCol="0">
                <a:spAutoFit/>
              </a:bodyPr>
              <a:lstStyle/>
              <a:p>
                <a:r>
                  <a:rPr lang="fr-CH" sz="1000" dirty="0" err="1"/>
                  <a:t>Keep</a:t>
                </a:r>
                <a:r>
                  <a:rPr lang="fr-CH" sz="1000" dirty="0"/>
                  <a:t> fluctuations </a:t>
                </a:r>
                <a:r>
                  <a:rPr lang="fr-CH" sz="1000" dirty="0" err="1"/>
                  <a:t>from</a:t>
                </a:r>
                <a:r>
                  <a:rPr lang="fr-CH" sz="1000" dirty="0"/>
                  <a:t> a signal by </a:t>
                </a:r>
                <a:r>
                  <a:rPr lang="fr-CH" sz="1000" dirty="0" err="1"/>
                  <a:t>removing</a:t>
                </a:r>
                <a:r>
                  <a:rPr lang="fr-CH" sz="1000" dirty="0"/>
                  <a:t> </a:t>
                </a:r>
                <a:r>
                  <a:rPr lang="fr-CH" sz="1000" dirty="0" err="1"/>
                  <a:t>any</a:t>
                </a:r>
                <a:r>
                  <a:rPr lang="fr-CH" sz="1000" dirty="0"/>
                  <a:t> </a:t>
                </a:r>
                <a:r>
                  <a:rPr lang="fr-CH" sz="1000" dirty="0" err="1"/>
                  <a:t>linear</a:t>
                </a:r>
                <a:r>
                  <a:rPr lang="fr-CH" sz="1000" dirty="0"/>
                  <a:t> trend</a:t>
                </a:r>
                <a:endParaRPr lang="en-US" sz="1000" dirty="0"/>
              </a:p>
            </p:txBody>
          </p:sp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B60DEF89-9510-F182-3D74-2DC5B1AD8E1D}"/>
                  </a:ext>
                </a:extLst>
              </p:cNvPr>
              <p:cNvSpPr txBox="1"/>
              <p:nvPr/>
            </p:nvSpPr>
            <p:spPr>
              <a:xfrm>
                <a:off x="1187065" y="2722942"/>
                <a:ext cx="1384461" cy="224939"/>
              </a:xfrm>
              <a:prstGeom prst="roundRect">
                <a:avLst>
                  <a:gd name="adj" fmla="val 42994"/>
                </a:avLst>
              </a:prstGeom>
              <a:solidFill>
                <a:schemeClr val="bg1">
                  <a:lumMod val="50000"/>
                </a:schemeClr>
              </a:solidFill>
            </p:spPr>
            <p:txBody>
              <a:bodyPr wrap="square" lIns="0" tIns="0" rIns="0" bIns="0" rtlCol="0" anchor="ctr" anchorCtr="0">
                <a:spAutoFit/>
              </a:bodyPr>
              <a:lstStyle/>
              <a:p>
                <a:pPr algn="ctr"/>
                <a:r>
                  <a:rPr lang="fr-CH" sz="1100" b="1" dirty="0" err="1">
                    <a:solidFill>
                      <a:schemeClr val="bg1"/>
                    </a:solidFill>
                  </a:rPr>
                  <a:t>detrend.m</a:t>
                </a:r>
                <a:endParaRPr lang="fr-CH" sz="1100" b="1" dirty="0">
                  <a:solidFill>
                    <a:schemeClr val="bg1"/>
                  </a:solidFill>
                </a:endParaRPr>
              </a:p>
            </p:txBody>
          </p:sp>
        </p:grpSp>
        <p:sp>
          <p:nvSpPr>
            <p:cNvPr id="63" name="Freeform: Shape 62">
              <a:extLst>
                <a:ext uri="{FF2B5EF4-FFF2-40B4-BE49-F238E27FC236}">
                  <a16:creationId xmlns:a16="http://schemas.microsoft.com/office/drawing/2014/main" id="{BDA00E43-7880-BE24-C7C2-8C15C262E2ED}"/>
                </a:ext>
              </a:extLst>
            </p:cNvPr>
            <p:cNvSpPr/>
            <p:nvPr/>
          </p:nvSpPr>
          <p:spPr>
            <a:xfrm>
              <a:off x="2344107" y="1770503"/>
              <a:ext cx="5385435" cy="842198"/>
            </a:xfrm>
            <a:custGeom>
              <a:avLst/>
              <a:gdLst>
                <a:gd name="csX0" fmla="*/ 3971925 w 3971925"/>
                <a:gd name="csY0" fmla="*/ 0 h 2019300"/>
                <a:gd name="csX1" fmla="*/ 1743075 w 3971925"/>
                <a:gd name="csY1" fmla="*/ 266700 h 2019300"/>
                <a:gd name="csX2" fmla="*/ 0 w 3971925"/>
                <a:gd name="csY2" fmla="*/ 2019300 h 2019300"/>
                <a:gd name="csX0" fmla="*/ 3971925 w 3971925"/>
                <a:gd name="csY0" fmla="*/ 0 h 2019300"/>
                <a:gd name="csX1" fmla="*/ 857250 w 3971925"/>
                <a:gd name="csY1" fmla="*/ 266700 h 2019300"/>
                <a:gd name="csX2" fmla="*/ 0 w 3971925"/>
                <a:gd name="csY2" fmla="*/ 2019300 h 2019300"/>
                <a:gd name="csX0" fmla="*/ 3971925 w 3971925"/>
                <a:gd name="csY0" fmla="*/ 0 h 2019300"/>
                <a:gd name="csX1" fmla="*/ 857250 w 3971925"/>
                <a:gd name="csY1" fmla="*/ 266700 h 2019300"/>
                <a:gd name="csX2" fmla="*/ 0 w 3971925"/>
                <a:gd name="csY2" fmla="*/ 2019300 h 2019300"/>
                <a:gd name="csX0" fmla="*/ 3971925 w 3971925"/>
                <a:gd name="csY0" fmla="*/ 0 h 2019300"/>
                <a:gd name="csX1" fmla="*/ 857250 w 3971925"/>
                <a:gd name="csY1" fmla="*/ 266700 h 2019300"/>
                <a:gd name="csX2" fmla="*/ 0 w 3971925"/>
                <a:gd name="csY2" fmla="*/ 2019300 h 2019300"/>
                <a:gd name="csX0" fmla="*/ 3971925 w 3971925"/>
                <a:gd name="csY0" fmla="*/ 0 h 2019300"/>
                <a:gd name="csX1" fmla="*/ 857250 w 3971925"/>
                <a:gd name="csY1" fmla="*/ 266700 h 2019300"/>
                <a:gd name="csX2" fmla="*/ 0 w 3971925"/>
                <a:gd name="csY2" fmla="*/ 2019300 h 2019300"/>
                <a:gd name="csX0" fmla="*/ 3971925 w 3971925"/>
                <a:gd name="csY0" fmla="*/ 0 h 2019582"/>
                <a:gd name="csX1" fmla="*/ 857250 w 3971925"/>
                <a:gd name="csY1" fmla="*/ 266700 h 2019582"/>
                <a:gd name="csX2" fmla="*/ 0 w 3971925"/>
                <a:gd name="csY2" fmla="*/ 2019300 h 2019582"/>
                <a:gd name="csX0" fmla="*/ 4038600 w 4038600"/>
                <a:gd name="csY0" fmla="*/ 0 h 1943395"/>
                <a:gd name="csX1" fmla="*/ 923925 w 4038600"/>
                <a:gd name="csY1" fmla="*/ 266700 h 1943395"/>
                <a:gd name="csX2" fmla="*/ 0 w 4038600"/>
                <a:gd name="csY2" fmla="*/ 1943100 h 1943395"/>
                <a:gd name="csX0" fmla="*/ 4038600 w 4038600"/>
                <a:gd name="csY0" fmla="*/ 0 h 1943559"/>
                <a:gd name="csX1" fmla="*/ 2097405 w 4038600"/>
                <a:gd name="csY1" fmla="*/ 853440 h 1943559"/>
                <a:gd name="csX2" fmla="*/ 0 w 4038600"/>
                <a:gd name="csY2" fmla="*/ 1943100 h 1943559"/>
                <a:gd name="csX0" fmla="*/ 3870960 w 3870960"/>
                <a:gd name="csY0" fmla="*/ 0 h 1304190"/>
                <a:gd name="csX1" fmla="*/ 1929765 w 3870960"/>
                <a:gd name="csY1" fmla="*/ 853440 h 1304190"/>
                <a:gd name="csX2" fmla="*/ 0 w 3870960"/>
                <a:gd name="csY2" fmla="*/ 1303020 h 1304190"/>
                <a:gd name="csX0" fmla="*/ 3870960 w 3870960"/>
                <a:gd name="csY0" fmla="*/ 0 h 1304190"/>
                <a:gd name="csX1" fmla="*/ 1929765 w 3870960"/>
                <a:gd name="csY1" fmla="*/ 853440 h 1304190"/>
                <a:gd name="csX2" fmla="*/ 0 w 3870960"/>
                <a:gd name="csY2" fmla="*/ 1303020 h 1304190"/>
                <a:gd name="csX0" fmla="*/ 3870960 w 3870960"/>
                <a:gd name="csY0" fmla="*/ 0 h 1304190"/>
                <a:gd name="csX1" fmla="*/ 1929765 w 3870960"/>
                <a:gd name="csY1" fmla="*/ 853440 h 1304190"/>
                <a:gd name="csX2" fmla="*/ 0 w 3870960"/>
                <a:gd name="csY2" fmla="*/ 1303020 h 1304190"/>
                <a:gd name="csX0" fmla="*/ 3870960 w 3870960"/>
                <a:gd name="csY0" fmla="*/ 0 h 1303612"/>
                <a:gd name="csX1" fmla="*/ 3156585 w 3870960"/>
                <a:gd name="csY1" fmla="*/ 449580 h 1303612"/>
                <a:gd name="csX2" fmla="*/ 0 w 3870960"/>
                <a:gd name="csY2" fmla="*/ 1303020 h 1303612"/>
                <a:gd name="csX0" fmla="*/ 3878580 w 3878580"/>
                <a:gd name="csY0" fmla="*/ 0 h 1257927"/>
                <a:gd name="csX1" fmla="*/ 3164205 w 3878580"/>
                <a:gd name="csY1" fmla="*/ 449580 h 1257927"/>
                <a:gd name="csX2" fmla="*/ 0 w 3878580"/>
                <a:gd name="csY2" fmla="*/ 1257300 h 1257927"/>
                <a:gd name="csX0" fmla="*/ 5013960 w 5013960"/>
                <a:gd name="csY0" fmla="*/ 0 h 915528"/>
                <a:gd name="csX1" fmla="*/ 4299585 w 5013960"/>
                <a:gd name="csY1" fmla="*/ 449580 h 915528"/>
                <a:gd name="csX2" fmla="*/ 0 w 5013960"/>
                <a:gd name="csY2" fmla="*/ 914400 h 915528"/>
                <a:gd name="csX0" fmla="*/ 5013960 w 5013960"/>
                <a:gd name="csY0" fmla="*/ 0 h 915009"/>
                <a:gd name="csX1" fmla="*/ 3865245 w 5013960"/>
                <a:gd name="csY1" fmla="*/ 83820 h 915009"/>
                <a:gd name="csX2" fmla="*/ 0 w 5013960"/>
                <a:gd name="csY2" fmla="*/ 914400 h 915009"/>
                <a:gd name="csX0" fmla="*/ 5013960 w 5013960"/>
                <a:gd name="csY0" fmla="*/ 0 h 965809"/>
                <a:gd name="csX1" fmla="*/ 3865245 w 5013960"/>
                <a:gd name="csY1" fmla="*/ 134620 h 965809"/>
                <a:gd name="csX2" fmla="*/ 0 w 5013960"/>
                <a:gd name="csY2" fmla="*/ 965200 h 965809"/>
                <a:gd name="csX0" fmla="*/ 5013960 w 5013960"/>
                <a:gd name="csY0" fmla="*/ 0 h 965898"/>
                <a:gd name="csX1" fmla="*/ 3884295 w 5013960"/>
                <a:gd name="csY1" fmla="*/ 236220 h 965898"/>
                <a:gd name="csX2" fmla="*/ 0 w 5013960"/>
                <a:gd name="csY2" fmla="*/ 965200 h 965898"/>
                <a:gd name="csX0" fmla="*/ 5223510 w 5223510"/>
                <a:gd name="csY0" fmla="*/ 0 h 1204023"/>
                <a:gd name="csX1" fmla="*/ 3884295 w 5223510"/>
                <a:gd name="csY1" fmla="*/ 474345 h 1204023"/>
                <a:gd name="csX2" fmla="*/ 0 w 5223510"/>
                <a:gd name="csY2" fmla="*/ 1203325 h 1204023"/>
                <a:gd name="csX0" fmla="*/ 5842635 w 5842635"/>
                <a:gd name="csY0" fmla="*/ 0 h 1165923"/>
                <a:gd name="csX1" fmla="*/ 3884295 w 5842635"/>
                <a:gd name="csY1" fmla="*/ 436245 h 1165923"/>
                <a:gd name="csX2" fmla="*/ 0 w 5842635"/>
                <a:gd name="csY2" fmla="*/ 1165225 h 1165923"/>
                <a:gd name="csX0" fmla="*/ 5452110 w 5452110"/>
                <a:gd name="csY0" fmla="*/ 0 h 1023048"/>
                <a:gd name="csX1" fmla="*/ 3884295 w 5452110"/>
                <a:gd name="csY1" fmla="*/ 293370 h 1023048"/>
                <a:gd name="csX2" fmla="*/ 0 w 5452110"/>
                <a:gd name="csY2" fmla="*/ 1022350 h 1023048"/>
                <a:gd name="csX0" fmla="*/ 5452110 w 5452110"/>
                <a:gd name="csY0" fmla="*/ 0 h 1023100"/>
                <a:gd name="csX1" fmla="*/ 2836545 w 5452110"/>
                <a:gd name="csY1" fmla="*/ 340995 h 1023100"/>
                <a:gd name="csX2" fmla="*/ 0 w 5452110"/>
                <a:gd name="csY2" fmla="*/ 1022350 h 1023100"/>
                <a:gd name="csX0" fmla="*/ 5452110 w 5452110"/>
                <a:gd name="csY0" fmla="*/ 0 h 1023173"/>
                <a:gd name="csX1" fmla="*/ 1007745 w 5452110"/>
                <a:gd name="csY1" fmla="*/ 398145 h 1023173"/>
                <a:gd name="csX2" fmla="*/ 0 w 5452110"/>
                <a:gd name="csY2" fmla="*/ 1022350 h 1023173"/>
                <a:gd name="csX0" fmla="*/ 5385435 w 5385435"/>
                <a:gd name="csY0" fmla="*/ 0 h 842198"/>
                <a:gd name="csX1" fmla="*/ 1007745 w 5385435"/>
                <a:gd name="csY1" fmla="*/ 217170 h 842198"/>
                <a:gd name="csX2" fmla="*/ 0 w 5385435"/>
                <a:gd name="csY2" fmla="*/ 841375 h 84219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5385435" h="842198">
                  <a:moveTo>
                    <a:pt x="5385435" y="0"/>
                  </a:moveTo>
                  <a:cubicBezTo>
                    <a:pt x="5375910" y="12700"/>
                    <a:pt x="1009650" y="227330"/>
                    <a:pt x="1007745" y="217170"/>
                  </a:cubicBezTo>
                  <a:cubicBezTo>
                    <a:pt x="969645" y="296545"/>
                    <a:pt x="28575" y="866775"/>
                    <a:pt x="0" y="841375"/>
                  </a:cubicBezTo>
                </a:path>
              </a:pathLst>
            </a:custGeom>
            <a:ln w="19050">
              <a:headEnd type="none" w="med" len="med"/>
              <a:tailEnd type="triangle" w="med" len="med"/>
            </a:ln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66" name="Straight Arrow Connector 65">
              <a:extLst>
                <a:ext uri="{FF2B5EF4-FFF2-40B4-BE49-F238E27FC236}">
                  <a16:creationId xmlns:a16="http://schemas.microsoft.com/office/drawing/2014/main" id="{3A9163DE-F00D-7924-BC77-C828047E71B7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245862" y="2927725"/>
              <a:ext cx="622056" cy="34327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6"/>
            </a:lnRef>
            <a:fillRef idx="0">
              <a:schemeClr val="accent6"/>
            </a:fillRef>
            <a:effectRef idx="1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78" name="Straight Arrow Connector 77">
              <a:extLst>
                <a:ext uri="{FF2B5EF4-FFF2-40B4-BE49-F238E27FC236}">
                  <a16:creationId xmlns:a16="http://schemas.microsoft.com/office/drawing/2014/main" id="{91A23625-93F2-FDE7-4F61-DAAAC96BF25D}"/>
                </a:ext>
              </a:extLst>
            </p:cNvPr>
            <p:cNvCxnSpPr>
              <a:cxnSpLocks/>
              <a:stCxn id="70" idx="1"/>
            </p:cNvCxnSpPr>
            <p:nvPr/>
          </p:nvCxnSpPr>
          <p:spPr>
            <a:xfrm flipH="1" flipV="1">
              <a:off x="2647851" y="3439158"/>
              <a:ext cx="626805" cy="929818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2"/>
            </a:lnRef>
            <a:fillRef idx="0">
              <a:schemeClr val="accent2"/>
            </a:fillRef>
            <a:effectRef idx="1">
              <a:schemeClr val="accent2"/>
            </a:effectRef>
            <a:fontRef idx="minor">
              <a:schemeClr val="tx1"/>
            </a:fontRef>
          </p:style>
        </p:cxnSp>
        <p:grpSp>
          <p:nvGrpSpPr>
            <p:cNvPr id="81" name="Group 80">
              <a:extLst>
                <a:ext uri="{FF2B5EF4-FFF2-40B4-BE49-F238E27FC236}">
                  <a16:creationId xmlns:a16="http://schemas.microsoft.com/office/drawing/2014/main" id="{AF4B2247-4110-69C1-9061-01DE36583703}"/>
                </a:ext>
              </a:extLst>
            </p:cNvPr>
            <p:cNvGrpSpPr/>
            <p:nvPr/>
          </p:nvGrpSpPr>
          <p:grpSpPr>
            <a:xfrm>
              <a:off x="3921127" y="4949271"/>
              <a:ext cx="3067114" cy="607911"/>
              <a:chOff x="497282" y="2745623"/>
              <a:chExt cx="3067114" cy="607911"/>
            </a:xfrm>
          </p:grpSpPr>
          <p:sp>
            <p:nvSpPr>
              <p:cNvPr id="82" name="TextBox 81">
                <a:extLst>
                  <a:ext uri="{FF2B5EF4-FFF2-40B4-BE49-F238E27FC236}">
                    <a16:creationId xmlns:a16="http://schemas.microsoft.com/office/drawing/2014/main" id="{2CF221CA-53E3-F128-A3A6-42D5F848C7E7}"/>
                  </a:ext>
                </a:extLst>
              </p:cNvPr>
              <p:cNvSpPr txBox="1"/>
              <p:nvPr/>
            </p:nvSpPr>
            <p:spPr>
              <a:xfrm>
                <a:off x="497282" y="2910860"/>
                <a:ext cx="3067114" cy="442674"/>
              </a:xfrm>
              <a:prstGeom prst="round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</p:spPr>
            <p:txBody>
              <a:bodyPr wrap="square" rtlCol="0">
                <a:spAutoFit/>
              </a:bodyPr>
              <a:lstStyle/>
              <a:p>
                <a:r>
                  <a:rPr lang="fr-CH" sz="1000" dirty="0" err="1"/>
                  <a:t>Perform</a:t>
                </a:r>
                <a:r>
                  <a:rPr lang="fr-CH" sz="1000" dirty="0"/>
                  <a:t> the </a:t>
                </a:r>
                <a:r>
                  <a:rPr lang="fr-CH" sz="1000" dirty="0" err="1"/>
                  <a:t>shear</a:t>
                </a:r>
                <a:r>
                  <a:rPr lang="fr-CH" sz="1000" dirty="0"/>
                  <a:t> spectral </a:t>
                </a:r>
                <a:r>
                  <a:rPr lang="fr-CH" sz="1000" dirty="0" err="1"/>
                  <a:t>analysis</a:t>
                </a:r>
                <a:r>
                  <a:rPr lang="fr-CH" sz="1000" dirty="0"/>
                  <a:t> for turbulence. </a:t>
                </a:r>
                <a:r>
                  <a:rPr lang="en-US" sz="1000" b="1" dirty="0"/>
                  <a:t>See details below.</a:t>
                </a:r>
                <a:endParaRPr lang="fr-CH" sz="1000" dirty="0"/>
              </a:p>
            </p:txBody>
          </p:sp>
          <p:sp>
            <p:nvSpPr>
              <p:cNvPr id="83" name="TextBox 82">
                <a:extLst>
                  <a:ext uri="{FF2B5EF4-FFF2-40B4-BE49-F238E27FC236}">
                    <a16:creationId xmlns:a16="http://schemas.microsoft.com/office/drawing/2014/main" id="{4939E3D0-BE1F-26D6-1F6F-113FC9FBB070}"/>
                  </a:ext>
                </a:extLst>
              </p:cNvPr>
              <p:cNvSpPr txBox="1"/>
              <p:nvPr/>
            </p:nvSpPr>
            <p:spPr>
              <a:xfrm>
                <a:off x="884178" y="2745623"/>
                <a:ext cx="1379297" cy="230347"/>
              </a:xfrm>
              <a:prstGeom prst="roundRect">
                <a:avLst>
                  <a:gd name="adj" fmla="val 42994"/>
                </a:avLst>
              </a:prstGeom>
              <a:solidFill>
                <a:schemeClr val="accent2"/>
              </a:solidFill>
            </p:spPr>
            <p:txBody>
              <a:bodyPr wrap="square" lIns="0" tIns="0" rIns="0" bIns="0" rtlCol="0" anchor="ctr" anchorCtr="0">
                <a:spAutoFit/>
              </a:bodyPr>
              <a:lstStyle/>
              <a:p>
                <a:pPr algn="ctr"/>
                <a:r>
                  <a:rPr lang="fr-CH" sz="1100" b="1" dirty="0" err="1">
                    <a:solidFill>
                      <a:schemeClr val="bg1"/>
                    </a:solidFill>
                  </a:rPr>
                  <a:t>TKE_dis_spec.m</a:t>
                </a:r>
                <a:endParaRPr lang="fr-CH" sz="1100" b="1" dirty="0">
                  <a:solidFill>
                    <a:schemeClr val="bg1"/>
                  </a:solidFill>
                </a:endParaRPr>
              </a:p>
            </p:txBody>
          </p:sp>
        </p:grpSp>
        <p:grpSp>
          <p:nvGrpSpPr>
            <p:cNvPr id="84" name="Group 83">
              <a:extLst>
                <a:ext uri="{FF2B5EF4-FFF2-40B4-BE49-F238E27FC236}">
                  <a16:creationId xmlns:a16="http://schemas.microsoft.com/office/drawing/2014/main" id="{10E26326-4655-2956-C2B3-30323D299507}"/>
                </a:ext>
              </a:extLst>
            </p:cNvPr>
            <p:cNvGrpSpPr/>
            <p:nvPr/>
          </p:nvGrpSpPr>
          <p:grpSpPr>
            <a:xfrm>
              <a:off x="7167158" y="4930537"/>
              <a:ext cx="2650810" cy="607911"/>
              <a:chOff x="497282" y="2745623"/>
              <a:chExt cx="2650810" cy="607911"/>
            </a:xfrm>
          </p:grpSpPr>
          <p:sp>
            <p:nvSpPr>
              <p:cNvPr id="85" name="TextBox 84">
                <a:extLst>
                  <a:ext uri="{FF2B5EF4-FFF2-40B4-BE49-F238E27FC236}">
                    <a16:creationId xmlns:a16="http://schemas.microsoft.com/office/drawing/2014/main" id="{D4E43421-AB50-CCCF-FE3B-703C5A25EE28}"/>
                  </a:ext>
                </a:extLst>
              </p:cNvPr>
              <p:cNvSpPr txBox="1"/>
              <p:nvPr/>
            </p:nvSpPr>
            <p:spPr>
              <a:xfrm>
                <a:off x="497282" y="2910860"/>
                <a:ext cx="2650810" cy="442674"/>
              </a:xfrm>
              <a:prstGeom prst="round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</p:spPr>
            <p:txBody>
              <a:bodyPr wrap="square" rtlCol="0">
                <a:spAutoFit/>
              </a:bodyPr>
              <a:lstStyle/>
              <a:p>
                <a:r>
                  <a:rPr lang="fr-CH" sz="1000" dirty="0" err="1"/>
                  <a:t>Perform</a:t>
                </a:r>
                <a:r>
                  <a:rPr lang="fr-CH" sz="1000" dirty="0"/>
                  <a:t> the </a:t>
                </a:r>
                <a:r>
                  <a:rPr lang="fr-CH" sz="1000" dirty="0" err="1"/>
                  <a:t>temperature</a:t>
                </a:r>
                <a:r>
                  <a:rPr lang="fr-CH" sz="1000" dirty="0"/>
                  <a:t> spectral </a:t>
                </a:r>
                <a:r>
                  <a:rPr lang="fr-CH" sz="1000" dirty="0" err="1"/>
                  <a:t>analysis</a:t>
                </a:r>
                <a:r>
                  <a:rPr lang="fr-CH" sz="1000" dirty="0"/>
                  <a:t> for turbulence. </a:t>
                </a:r>
                <a:r>
                  <a:rPr lang="en-US" sz="1000" b="1" dirty="0"/>
                  <a:t>See details below.</a:t>
                </a:r>
                <a:endParaRPr lang="fr-CH" sz="1000" dirty="0"/>
              </a:p>
            </p:txBody>
          </p:sp>
          <p:sp>
            <p:nvSpPr>
              <p:cNvPr id="86" name="TextBox 85">
                <a:extLst>
                  <a:ext uri="{FF2B5EF4-FFF2-40B4-BE49-F238E27FC236}">
                    <a16:creationId xmlns:a16="http://schemas.microsoft.com/office/drawing/2014/main" id="{E61C4612-6DE8-F9E4-53DB-6C7ABD147CA1}"/>
                  </a:ext>
                </a:extLst>
              </p:cNvPr>
              <p:cNvSpPr txBox="1"/>
              <p:nvPr/>
            </p:nvSpPr>
            <p:spPr>
              <a:xfrm>
                <a:off x="884178" y="2745623"/>
                <a:ext cx="1379297" cy="230347"/>
              </a:xfrm>
              <a:prstGeom prst="roundRect">
                <a:avLst>
                  <a:gd name="adj" fmla="val 42994"/>
                </a:avLst>
              </a:prstGeom>
              <a:solidFill>
                <a:schemeClr val="accent2"/>
              </a:solidFill>
            </p:spPr>
            <p:txBody>
              <a:bodyPr wrap="square" lIns="0" tIns="0" rIns="0" bIns="0" rtlCol="0" anchor="ctr" anchorCtr="0">
                <a:spAutoFit/>
              </a:bodyPr>
              <a:lstStyle/>
              <a:p>
                <a:pPr algn="ctr"/>
                <a:r>
                  <a:rPr lang="fr-CH" sz="1100" b="1" dirty="0" err="1">
                    <a:solidFill>
                      <a:schemeClr val="bg1"/>
                    </a:solidFill>
                  </a:rPr>
                  <a:t>gradT_dis_spec.m</a:t>
                </a:r>
                <a:endParaRPr lang="fr-CH" sz="1100" b="1" dirty="0">
                  <a:solidFill>
                    <a:schemeClr val="bg1"/>
                  </a:solidFill>
                </a:endParaRPr>
              </a:p>
            </p:txBody>
          </p:sp>
        </p:grpSp>
        <p:cxnSp>
          <p:nvCxnSpPr>
            <p:cNvPr id="87" name="Straight Arrow Connector 86">
              <a:extLst>
                <a:ext uri="{FF2B5EF4-FFF2-40B4-BE49-F238E27FC236}">
                  <a16:creationId xmlns:a16="http://schemas.microsoft.com/office/drawing/2014/main" id="{ACD50830-33EA-DCF6-0BDE-F718ED0600FC}"/>
                </a:ext>
              </a:extLst>
            </p:cNvPr>
            <p:cNvCxnSpPr>
              <a:cxnSpLocks/>
              <a:stCxn id="82" idx="1"/>
            </p:cNvCxnSpPr>
            <p:nvPr/>
          </p:nvCxnSpPr>
          <p:spPr>
            <a:xfrm flipH="1" flipV="1">
              <a:off x="2541830" y="4101925"/>
              <a:ext cx="1379297" cy="123392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2"/>
            </a:lnRef>
            <a:fillRef idx="0">
              <a:schemeClr val="accent2"/>
            </a:fillRef>
            <a:effectRef idx="1">
              <a:schemeClr val="accent2"/>
            </a:effectRef>
            <a:fontRef idx="minor">
              <a:schemeClr val="tx1"/>
            </a:fontRef>
          </p:style>
        </p:cxnSp>
        <p:sp>
          <p:nvSpPr>
            <p:cNvPr id="91" name="Freeform: Shape 90">
              <a:extLst>
                <a:ext uri="{FF2B5EF4-FFF2-40B4-BE49-F238E27FC236}">
                  <a16:creationId xmlns:a16="http://schemas.microsoft.com/office/drawing/2014/main" id="{7494D980-8A2F-FE9F-4F62-4FED810286FA}"/>
                </a:ext>
              </a:extLst>
            </p:cNvPr>
            <p:cNvSpPr/>
            <p:nvPr/>
          </p:nvSpPr>
          <p:spPr>
            <a:xfrm>
              <a:off x="2661462" y="4502536"/>
              <a:ext cx="5706076" cy="1175853"/>
            </a:xfrm>
            <a:custGeom>
              <a:avLst/>
              <a:gdLst>
                <a:gd name="csX0" fmla="*/ 3819525 w 3819525"/>
                <a:gd name="csY0" fmla="*/ 0 h 1619250"/>
                <a:gd name="csX1" fmla="*/ 3819525 w 3819525"/>
                <a:gd name="csY1" fmla="*/ 1200150 h 1619250"/>
                <a:gd name="csX2" fmla="*/ 923925 w 3819525"/>
                <a:gd name="csY2" fmla="*/ 1200150 h 1619250"/>
                <a:gd name="csX3" fmla="*/ 0 w 3819525"/>
                <a:gd name="csY3" fmla="*/ 1619250 h 1619250"/>
                <a:gd name="csX0" fmla="*/ 3819525 w 3825875"/>
                <a:gd name="csY0" fmla="*/ 0 h 1619250"/>
                <a:gd name="csX1" fmla="*/ 3825875 w 3825875"/>
                <a:gd name="csY1" fmla="*/ 146050 h 1619250"/>
                <a:gd name="csX2" fmla="*/ 923925 w 3825875"/>
                <a:gd name="csY2" fmla="*/ 1200150 h 1619250"/>
                <a:gd name="csX3" fmla="*/ 0 w 3825875"/>
                <a:gd name="csY3" fmla="*/ 1619250 h 1619250"/>
                <a:gd name="csX0" fmla="*/ 3819525 w 3825875"/>
                <a:gd name="csY0" fmla="*/ 0 h 1619250"/>
                <a:gd name="csX1" fmla="*/ 3825875 w 3825875"/>
                <a:gd name="csY1" fmla="*/ 146050 h 1619250"/>
                <a:gd name="csX2" fmla="*/ 187325 w 3825875"/>
                <a:gd name="csY2" fmla="*/ 107950 h 1619250"/>
                <a:gd name="csX3" fmla="*/ 0 w 3825875"/>
                <a:gd name="csY3" fmla="*/ 1619250 h 1619250"/>
                <a:gd name="csX0" fmla="*/ 4721225 w 4727575"/>
                <a:gd name="csY0" fmla="*/ 984250 h 1130300"/>
                <a:gd name="csX1" fmla="*/ 4727575 w 4727575"/>
                <a:gd name="csY1" fmla="*/ 1130300 h 1130300"/>
                <a:gd name="csX2" fmla="*/ 1089025 w 4727575"/>
                <a:gd name="csY2" fmla="*/ 1092200 h 1130300"/>
                <a:gd name="csX3" fmla="*/ 0 w 4727575"/>
                <a:gd name="csY3" fmla="*/ 0 h 1130300"/>
                <a:gd name="csX0" fmla="*/ 4721225 w 4727575"/>
                <a:gd name="csY0" fmla="*/ 984250 h 1292225"/>
                <a:gd name="csX1" fmla="*/ 4727575 w 4727575"/>
                <a:gd name="csY1" fmla="*/ 1130300 h 1292225"/>
                <a:gd name="csX2" fmla="*/ 831850 w 4727575"/>
                <a:gd name="csY2" fmla="*/ 1292225 h 1292225"/>
                <a:gd name="csX3" fmla="*/ 0 w 4727575"/>
                <a:gd name="csY3" fmla="*/ 0 h 1292225"/>
                <a:gd name="csX0" fmla="*/ 5883275 w 5889625"/>
                <a:gd name="csY0" fmla="*/ 1317625 h 1625600"/>
                <a:gd name="csX1" fmla="*/ 5889625 w 5889625"/>
                <a:gd name="csY1" fmla="*/ 1463675 h 1625600"/>
                <a:gd name="csX2" fmla="*/ 1993900 w 5889625"/>
                <a:gd name="csY2" fmla="*/ 1625600 h 1625600"/>
                <a:gd name="csX3" fmla="*/ 0 w 5889625"/>
                <a:gd name="csY3" fmla="*/ 0 h 1625600"/>
                <a:gd name="csX0" fmla="*/ 5883275 w 5889625"/>
                <a:gd name="csY0" fmla="*/ 1317625 h 1625600"/>
                <a:gd name="csX1" fmla="*/ 5889625 w 5889625"/>
                <a:gd name="csY1" fmla="*/ 1463675 h 1625600"/>
                <a:gd name="csX2" fmla="*/ 1993900 w 5889625"/>
                <a:gd name="csY2" fmla="*/ 1625600 h 1625600"/>
                <a:gd name="csX3" fmla="*/ 0 w 5889625"/>
                <a:gd name="csY3" fmla="*/ 0 h 1625600"/>
                <a:gd name="csX0" fmla="*/ 5883275 w 5889625"/>
                <a:gd name="csY0" fmla="*/ 1317625 h 1463675"/>
                <a:gd name="csX1" fmla="*/ 5889625 w 5889625"/>
                <a:gd name="csY1" fmla="*/ 1463675 h 1463675"/>
                <a:gd name="csX2" fmla="*/ 1460500 w 5889625"/>
                <a:gd name="csY2" fmla="*/ 1387475 h 1463675"/>
                <a:gd name="csX3" fmla="*/ 0 w 5889625"/>
                <a:gd name="csY3" fmla="*/ 0 h 1463675"/>
                <a:gd name="csX0" fmla="*/ 5883275 w 5889625"/>
                <a:gd name="csY0" fmla="*/ 1317625 h 1463675"/>
                <a:gd name="csX1" fmla="*/ 5889625 w 5889625"/>
                <a:gd name="csY1" fmla="*/ 1463675 h 1463675"/>
                <a:gd name="csX2" fmla="*/ 1460500 w 5889625"/>
                <a:gd name="csY2" fmla="*/ 1387475 h 1463675"/>
                <a:gd name="csX3" fmla="*/ 0 w 5889625"/>
                <a:gd name="csY3" fmla="*/ 0 h 1463675"/>
                <a:gd name="csX0" fmla="*/ 5883275 w 5889625"/>
                <a:gd name="csY0" fmla="*/ 1317625 h 1511646"/>
                <a:gd name="csX1" fmla="*/ 5889625 w 5889625"/>
                <a:gd name="csY1" fmla="*/ 1463675 h 1511646"/>
                <a:gd name="csX2" fmla="*/ 1812925 w 5889625"/>
                <a:gd name="csY2" fmla="*/ 1511300 h 1511646"/>
                <a:gd name="csX3" fmla="*/ 0 w 5889625"/>
                <a:gd name="csY3" fmla="*/ 0 h 1511646"/>
                <a:gd name="csX0" fmla="*/ 5883275 w 5889625"/>
                <a:gd name="csY0" fmla="*/ 1317625 h 1492600"/>
                <a:gd name="csX1" fmla="*/ 5889625 w 5889625"/>
                <a:gd name="csY1" fmla="*/ 1463675 h 1492600"/>
                <a:gd name="csX2" fmla="*/ 1489075 w 5889625"/>
                <a:gd name="csY2" fmla="*/ 1492250 h 1492600"/>
                <a:gd name="csX3" fmla="*/ 0 w 5889625"/>
                <a:gd name="csY3" fmla="*/ 0 h 1492600"/>
                <a:gd name="csX0" fmla="*/ 5883275 w 5889625"/>
                <a:gd name="csY0" fmla="*/ 1317625 h 1463675"/>
                <a:gd name="csX1" fmla="*/ 5889625 w 5889625"/>
                <a:gd name="csY1" fmla="*/ 1463675 h 1463675"/>
                <a:gd name="csX2" fmla="*/ 1460500 w 5889625"/>
                <a:gd name="csY2" fmla="*/ 1454150 h 1463675"/>
                <a:gd name="csX3" fmla="*/ 0 w 5889625"/>
                <a:gd name="csY3" fmla="*/ 0 h 14636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5889625" h="1463675">
                  <a:moveTo>
                    <a:pt x="5883275" y="1317625"/>
                  </a:moveTo>
                  <a:lnTo>
                    <a:pt x="5889625" y="1463675"/>
                  </a:lnTo>
                  <a:lnTo>
                    <a:pt x="1460500" y="1454150"/>
                  </a:lnTo>
                  <a:cubicBezTo>
                    <a:pt x="1526117" y="1480608"/>
                    <a:pt x="48683" y="40217"/>
                    <a:pt x="0" y="0"/>
                  </a:cubicBezTo>
                </a:path>
              </a:pathLst>
            </a:custGeom>
            <a:ln w="19050">
              <a:headEnd type="none" w="med" len="med"/>
              <a:tailEnd type="triangle" w="med" len="med"/>
            </a:ln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48" name="Group 47">
              <a:extLst>
                <a:ext uri="{FF2B5EF4-FFF2-40B4-BE49-F238E27FC236}">
                  <a16:creationId xmlns:a16="http://schemas.microsoft.com/office/drawing/2014/main" id="{CF30622B-D9DA-45AF-8A64-C446DE547923}"/>
                </a:ext>
              </a:extLst>
            </p:cNvPr>
            <p:cNvGrpSpPr/>
            <p:nvPr/>
          </p:nvGrpSpPr>
          <p:grpSpPr>
            <a:xfrm>
              <a:off x="5317970" y="752435"/>
              <a:ext cx="4588739" cy="1019255"/>
              <a:chOff x="5317262" y="419926"/>
              <a:chExt cx="4588739" cy="1019255"/>
            </a:xfrm>
          </p:grpSpPr>
          <p:grpSp>
            <p:nvGrpSpPr>
              <p:cNvPr id="26" name="Group 25">
                <a:extLst>
                  <a:ext uri="{FF2B5EF4-FFF2-40B4-BE49-F238E27FC236}">
                    <a16:creationId xmlns:a16="http://schemas.microsoft.com/office/drawing/2014/main" id="{08E52CEE-7A3E-66D0-1E6F-B4B26FACDF40}"/>
                  </a:ext>
                </a:extLst>
              </p:cNvPr>
              <p:cNvGrpSpPr/>
              <p:nvPr/>
            </p:nvGrpSpPr>
            <p:grpSpPr>
              <a:xfrm>
                <a:off x="5317262" y="502751"/>
                <a:ext cx="1460314" cy="803618"/>
                <a:chOff x="497282" y="2720176"/>
                <a:chExt cx="1460314" cy="803618"/>
              </a:xfrm>
            </p:grpSpPr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F442AB0D-4D15-ED7D-6AFF-AEC887A17783}"/>
                    </a:ext>
                  </a:extLst>
                </p:cNvPr>
                <p:cNvSpPr txBox="1"/>
                <p:nvPr/>
              </p:nvSpPr>
              <p:spPr>
                <a:xfrm>
                  <a:off x="497282" y="2910860"/>
                  <a:ext cx="1460314" cy="612934"/>
                </a:xfrm>
                <a:prstGeom prst="roundRect">
                  <a:avLst/>
                </a:prstGeom>
                <a:solidFill>
                  <a:schemeClr val="accent2">
                    <a:lumMod val="20000"/>
                    <a:lumOff val="80000"/>
                  </a:schemeClr>
                </a:solidFill>
              </p:spPr>
              <p:txBody>
                <a:bodyPr wrap="square" rtlCol="0">
                  <a:spAutoFit/>
                </a:bodyPr>
                <a:lstStyle/>
                <a:p>
                  <a:r>
                    <a:rPr lang="fr-CH" sz="1000" dirty="0" err="1"/>
                    <a:t>Compute</a:t>
                  </a:r>
                  <a:r>
                    <a:rPr lang="fr-CH" sz="1000" dirty="0"/>
                    <a:t> </a:t>
                  </a:r>
                  <a:r>
                    <a:rPr lang="fr-CH" sz="1000" dirty="0" err="1"/>
                    <a:t>mean</a:t>
                  </a:r>
                  <a:r>
                    <a:rPr lang="fr-CH" sz="1000" dirty="0"/>
                    <a:t> and standard </a:t>
                  </a:r>
                  <a:r>
                    <a:rPr lang="fr-CH" sz="1000" dirty="0" err="1"/>
                    <a:t>deviation</a:t>
                  </a:r>
                  <a:r>
                    <a:rPr lang="fr-CH" sz="1000" dirty="0"/>
                    <a:t> of a variable in </a:t>
                  </a:r>
                  <a:r>
                    <a:rPr lang="fr-CH" sz="1000" dirty="0" err="1"/>
                    <a:t>each</a:t>
                  </a:r>
                  <a:r>
                    <a:rPr lang="fr-CH" sz="1000" dirty="0"/>
                    <a:t> bin.</a:t>
                  </a:r>
                </a:p>
              </p:txBody>
            </p:sp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372A9384-F794-AE67-E28A-226D838409DB}"/>
                    </a:ext>
                  </a:extLst>
                </p:cNvPr>
                <p:cNvSpPr txBox="1"/>
                <p:nvPr/>
              </p:nvSpPr>
              <p:spPr>
                <a:xfrm>
                  <a:off x="539381" y="2720176"/>
                  <a:ext cx="1379297" cy="230347"/>
                </a:xfrm>
                <a:prstGeom prst="roundRect">
                  <a:avLst>
                    <a:gd name="adj" fmla="val 42994"/>
                  </a:avLst>
                </a:prstGeom>
                <a:solidFill>
                  <a:schemeClr val="accent2"/>
                </a:solidFill>
              </p:spPr>
              <p:txBody>
                <a:bodyPr wrap="square" lIns="0" tIns="0" rIns="0" bIns="0" rtlCol="0" anchor="ctr" anchorCtr="0">
                  <a:spAutoFit/>
                </a:bodyPr>
                <a:lstStyle/>
                <a:p>
                  <a:pPr algn="ctr"/>
                  <a:r>
                    <a:rPr lang="fr-CH" sz="1100" b="1" dirty="0" err="1">
                      <a:solidFill>
                        <a:schemeClr val="bg1"/>
                      </a:solidFill>
                    </a:rPr>
                    <a:t>pres_av.m</a:t>
                  </a:r>
                  <a:endParaRPr lang="fr-CH" sz="1100" b="1" dirty="0">
                    <a:solidFill>
                      <a:schemeClr val="bg1"/>
                    </a:solidFill>
                  </a:endParaRPr>
                </a:p>
              </p:txBody>
            </p:sp>
          </p:grpSp>
          <p:grpSp>
            <p:nvGrpSpPr>
              <p:cNvPr id="29" name="Group 28">
                <a:extLst>
                  <a:ext uri="{FF2B5EF4-FFF2-40B4-BE49-F238E27FC236}">
                    <a16:creationId xmlns:a16="http://schemas.microsoft.com/office/drawing/2014/main" id="{9CEE3EDD-0ACA-2A8B-DC76-9ED6EE29E545}"/>
                  </a:ext>
                </a:extLst>
              </p:cNvPr>
              <p:cNvGrpSpPr/>
              <p:nvPr/>
            </p:nvGrpSpPr>
            <p:grpSpPr>
              <a:xfrm>
                <a:off x="6834115" y="517203"/>
                <a:ext cx="1520588" cy="795629"/>
                <a:chOff x="497283" y="2728165"/>
                <a:chExt cx="1520588" cy="795629"/>
              </a:xfrm>
            </p:grpSpPr>
            <p:sp>
              <p:nvSpPr>
                <p:cNvPr id="30" name="TextBox 29">
                  <a:extLst>
                    <a:ext uri="{FF2B5EF4-FFF2-40B4-BE49-F238E27FC236}">
                      <a16:creationId xmlns:a16="http://schemas.microsoft.com/office/drawing/2014/main" id="{F928C498-8AD9-3AFF-D0E2-705941D4B7CF}"/>
                    </a:ext>
                  </a:extLst>
                </p:cNvPr>
                <p:cNvSpPr txBox="1"/>
                <p:nvPr/>
              </p:nvSpPr>
              <p:spPr>
                <a:xfrm>
                  <a:off x="497283" y="2910860"/>
                  <a:ext cx="1520588" cy="612934"/>
                </a:xfrm>
                <a:prstGeom prst="roundRect">
                  <a:avLst/>
                </a:prstGeom>
                <a:solidFill>
                  <a:schemeClr val="accent2">
                    <a:lumMod val="20000"/>
                    <a:lumOff val="80000"/>
                  </a:schemeClr>
                </a:solidFill>
              </p:spPr>
              <p:txBody>
                <a:bodyPr wrap="square" rtlCol="0">
                  <a:spAutoFit/>
                </a:bodyPr>
                <a:lstStyle/>
                <a:p>
                  <a:r>
                    <a:rPr lang="fr-CH" sz="1000" dirty="0" err="1"/>
                    <a:t>Compute</a:t>
                  </a:r>
                  <a:r>
                    <a:rPr lang="fr-CH" sz="1000" dirty="0"/>
                    <a:t> the bin-</a:t>
                  </a:r>
                  <a:r>
                    <a:rPr lang="fr-CH" sz="1000" dirty="0" err="1"/>
                    <a:t>averaged</a:t>
                  </a:r>
                  <a:r>
                    <a:rPr lang="fr-CH" sz="1000" dirty="0"/>
                    <a:t> vertical gradient of a variable.</a:t>
                  </a:r>
                </a:p>
              </p:txBody>
            </p:sp>
            <p:sp>
              <p:nvSpPr>
                <p:cNvPr id="31" name="TextBox 30">
                  <a:extLst>
                    <a:ext uri="{FF2B5EF4-FFF2-40B4-BE49-F238E27FC236}">
                      <a16:creationId xmlns:a16="http://schemas.microsoft.com/office/drawing/2014/main" id="{AC8F7B9D-FEFF-5547-D1DB-9AF42A09C9A8}"/>
                    </a:ext>
                  </a:extLst>
                </p:cNvPr>
                <p:cNvSpPr txBox="1"/>
                <p:nvPr/>
              </p:nvSpPr>
              <p:spPr>
                <a:xfrm>
                  <a:off x="567928" y="2728165"/>
                  <a:ext cx="1379297" cy="230347"/>
                </a:xfrm>
                <a:prstGeom prst="roundRect">
                  <a:avLst>
                    <a:gd name="adj" fmla="val 42994"/>
                  </a:avLst>
                </a:prstGeom>
                <a:solidFill>
                  <a:schemeClr val="accent2"/>
                </a:solidFill>
              </p:spPr>
              <p:txBody>
                <a:bodyPr wrap="square" lIns="0" tIns="0" rIns="0" bIns="0" rtlCol="0" anchor="ctr" anchorCtr="0">
                  <a:spAutoFit/>
                </a:bodyPr>
                <a:lstStyle/>
                <a:p>
                  <a:pPr algn="ctr"/>
                  <a:r>
                    <a:rPr lang="fr-CH" sz="1100" b="1" dirty="0" err="1">
                      <a:solidFill>
                        <a:schemeClr val="bg1"/>
                      </a:solidFill>
                    </a:rPr>
                    <a:t>mean_grad.m</a:t>
                  </a:r>
                  <a:endParaRPr lang="fr-CH" sz="1100" b="1" dirty="0">
                    <a:solidFill>
                      <a:schemeClr val="bg1"/>
                    </a:solidFill>
                  </a:endParaRPr>
                </a:p>
              </p:txBody>
            </p:sp>
          </p:grpSp>
          <p:grpSp>
            <p:nvGrpSpPr>
              <p:cNvPr id="32" name="Group 31">
                <a:extLst>
                  <a:ext uri="{FF2B5EF4-FFF2-40B4-BE49-F238E27FC236}">
                    <a16:creationId xmlns:a16="http://schemas.microsoft.com/office/drawing/2014/main" id="{2DFCDF3E-7B9F-C884-DB42-384B999E94E6}"/>
                  </a:ext>
                </a:extLst>
              </p:cNvPr>
              <p:cNvGrpSpPr/>
              <p:nvPr/>
            </p:nvGrpSpPr>
            <p:grpSpPr>
              <a:xfrm>
                <a:off x="8411241" y="517203"/>
                <a:ext cx="1488861" cy="802150"/>
                <a:chOff x="497282" y="2721644"/>
                <a:chExt cx="1488861" cy="802150"/>
              </a:xfrm>
            </p:grpSpPr>
            <p:sp>
              <p:nvSpPr>
                <p:cNvPr id="33" name="TextBox 32">
                  <a:extLst>
                    <a:ext uri="{FF2B5EF4-FFF2-40B4-BE49-F238E27FC236}">
                      <a16:creationId xmlns:a16="http://schemas.microsoft.com/office/drawing/2014/main" id="{F35659BE-A2F7-6B2E-E0AC-C7979E560CB9}"/>
                    </a:ext>
                  </a:extLst>
                </p:cNvPr>
                <p:cNvSpPr txBox="1"/>
                <p:nvPr/>
              </p:nvSpPr>
              <p:spPr>
                <a:xfrm>
                  <a:off x="497282" y="2910860"/>
                  <a:ext cx="1488861" cy="612934"/>
                </a:xfrm>
                <a:prstGeom prst="roundRect">
                  <a:avLst/>
                </a:prstGeom>
                <a:solidFill>
                  <a:schemeClr val="accent2">
                    <a:lumMod val="20000"/>
                    <a:lumOff val="80000"/>
                  </a:schemeClr>
                </a:solidFill>
              </p:spPr>
              <p:txBody>
                <a:bodyPr wrap="square" rtlCol="0">
                  <a:spAutoFit/>
                </a:bodyPr>
                <a:lstStyle/>
                <a:p>
                  <a:r>
                    <a:rPr lang="fr-CH" sz="1000" dirty="0" err="1"/>
                    <a:t>Compute</a:t>
                  </a:r>
                  <a:r>
                    <a:rPr lang="fr-CH" sz="1000" dirty="0"/>
                    <a:t> the bin-</a:t>
                  </a:r>
                  <a:r>
                    <a:rPr lang="fr-CH" sz="1000" dirty="0" err="1"/>
                    <a:t>averaged</a:t>
                  </a:r>
                  <a:r>
                    <a:rPr lang="fr-CH" sz="1000" dirty="0"/>
                    <a:t> temporal gradient of a variable.</a:t>
                  </a:r>
                </a:p>
              </p:txBody>
            </p:sp>
            <p:sp>
              <p:nvSpPr>
                <p:cNvPr id="34" name="TextBox 33">
                  <a:extLst>
                    <a:ext uri="{FF2B5EF4-FFF2-40B4-BE49-F238E27FC236}">
                      <a16:creationId xmlns:a16="http://schemas.microsoft.com/office/drawing/2014/main" id="{A709DC55-213B-FC2F-FEDF-42C7BD6D52ED}"/>
                    </a:ext>
                  </a:extLst>
                </p:cNvPr>
                <p:cNvSpPr txBox="1"/>
                <p:nvPr/>
              </p:nvSpPr>
              <p:spPr>
                <a:xfrm>
                  <a:off x="567928" y="2721644"/>
                  <a:ext cx="1379297" cy="230347"/>
                </a:xfrm>
                <a:prstGeom prst="roundRect">
                  <a:avLst>
                    <a:gd name="adj" fmla="val 42994"/>
                  </a:avLst>
                </a:prstGeom>
                <a:solidFill>
                  <a:schemeClr val="accent2"/>
                </a:solidFill>
              </p:spPr>
              <p:txBody>
                <a:bodyPr wrap="square" lIns="0" tIns="0" rIns="0" bIns="0" rtlCol="0" anchor="ctr" anchorCtr="0">
                  <a:spAutoFit/>
                </a:bodyPr>
                <a:lstStyle/>
                <a:p>
                  <a:pPr algn="ctr"/>
                  <a:r>
                    <a:rPr lang="fr-CH" sz="1100" b="1" dirty="0" err="1">
                      <a:solidFill>
                        <a:schemeClr val="bg1"/>
                      </a:solidFill>
                    </a:rPr>
                    <a:t>mean_grad_time.m</a:t>
                  </a:r>
                  <a:endParaRPr lang="fr-CH" sz="1100" b="1" dirty="0">
                    <a:solidFill>
                      <a:schemeClr val="bg1"/>
                    </a:solidFill>
                  </a:endParaRPr>
                </a:p>
              </p:txBody>
            </p:sp>
          </p:grpSp>
          <p:sp>
            <p:nvSpPr>
              <p:cNvPr id="47" name="Rectangle: Rounded Corners 46">
                <a:extLst>
                  <a:ext uri="{FF2B5EF4-FFF2-40B4-BE49-F238E27FC236}">
                    <a16:creationId xmlns:a16="http://schemas.microsoft.com/office/drawing/2014/main" id="{44609922-B4C6-30E4-414F-DEF5C2DE00D9}"/>
                  </a:ext>
                </a:extLst>
              </p:cNvPr>
              <p:cNvSpPr/>
              <p:nvPr/>
            </p:nvSpPr>
            <p:spPr>
              <a:xfrm>
                <a:off x="5317263" y="419926"/>
                <a:ext cx="4588738" cy="1019255"/>
              </a:xfrm>
              <a:prstGeom prst="roundRect">
                <a:avLst/>
              </a:prstGeom>
              <a:noFill/>
              <a:ln>
                <a:solidFill>
                  <a:schemeClr val="accent2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65" name="Group 64">
              <a:extLst>
                <a:ext uri="{FF2B5EF4-FFF2-40B4-BE49-F238E27FC236}">
                  <a16:creationId xmlns:a16="http://schemas.microsoft.com/office/drawing/2014/main" id="{EEECB81A-BAA2-BBB6-4C0A-506BFD1713CD}"/>
                </a:ext>
              </a:extLst>
            </p:cNvPr>
            <p:cNvGrpSpPr/>
            <p:nvPr/>
          </p:nvGrpSpPr>
          <p:grpSpPr>
            <a:xfrm>
              <a:off x="3274656" y="3880144"/>
              <a:ext cx="6601128" cy="871823"/>
              <a:chOff x="3304871" y="3747659"/>
              <a:chExt cx="6601128" cy="871823"/>
            </a:xfrm>
          </p:grpSpPr>
          <p:grpSp>
            <p:nvGrpSpPr>
              <p:cNvPr id="69" name="Group 68">
                <a:extLst>
                  <a:ext uri="{FF2B5EF4-FFF2-40B4-BE49-F238E27FC236}">
                    <a16:creationId xmlns:a16="http://schemas.microsoft.com/office/drawing/2014/main" id="{A02AF110-D83D-928A-C4F4-7C54C0489897}"/>
                  </a:ext>
                </a:extLst>
              </p:cNvPr>
              <p:cNvGrpSpPr/>
              <p:nvPr/>
            </p:nvGrpSpPr>
            <p:grpSpPr>
              <a:xfrm>
                <a:off x="3304871" y="3849917"/>
                <a:ext cx="2153091" cy="607911"/>
                <a:chOff x="497282" y="2745623"/>
                <a:chExt cx="2153091" cy="607911"/>
              </a:xfrm>
            </p:grpSpPr>
            <p:sp>
              <p:nvSpPr>
                <p:cNvPr id="70" name="TextBox 69">
                  <a:extLst>
                    <a:ext uri="{FF2B5EF4-FFF2-40B4-BE49-F238E27FC236}">
                      <a16:creationId xmlns:a16="http://schemas.microsoft.com/office/drawing/2014/main" id="{0815000A-9D40-F43C-B3EF-CAA4EBA7E4FF}"/>
                    </a:ext>
                  </a:extLst>
                </p:cNvPr>
                <p:cNvSpPr txBox="1"/>
                <p:nvPr/>
              </p:nvSpPr>
              <p:spPr>
                <a:xfrm>
                  <a:off x="497282" y="2910860"/>
                  <a:ext cx="2153091" cy="442674"/>
                </a:xfrm>
                <a:prstGeom prst="roundRect">
                  <a:avLst/>
                </a:prstGeom>
                <a:solidFill>
                  <a:schemeClr val="accent2">
                    <a:lumMod val="20000"/>
                    <a:lumOff val="80000"/>
                  </a:schemeClr>
                </a:solidFill>
              </p:spPr>
              <p:txBody>
                <a:bodyPr wrap="square" rtlCol="0">
                  <a:spAutoFit/>
                </a:bodyPr>
                <a:lstStyle/>
                <a:p>
                  <a:r>
                    <a:rPr lang="fr-CH" sz="1000" dirty="0" err="1"/>
                    <a:t>Compute</a:t>
                  </a:r>
                  <a:r>
                    <a:rPr lang="fr-CH" sz="1000" dirty="0"/>
                    <a:t> the thermal </a:t>
                  </a:r>
                  <a:r>
                    <a:rPr lang="fr-CH" sz="1000" dirty="0" err="1"/>
                    <a:t>conductivity</a:t>
                  </a:r>
                  <a:r>
                    <a:rPr lang="fr-CH" sz="1000" dirty="0"/>
                    <a:t> </a:t>
                  </a:r>
                  <a:r>
                    <a:rPr lang="fr-CH" sz="1000" dirty="0" err="1"/>
                    <a:t>from</a:t>
                  </a:r>
                  <a:r>
                    <a:rPr lang="fr-CH" sz="1000" dirty="0"/>
                    <a:t> </a:t>
                  </a:r>
                  <a:r>
                    <a:rPr lang="fr-CH" sz="1000" dirty="0" err="1"/>
                    <a:t>temperature</a:t>
                  </a:r>
                  <a:r>
                    <a:rPr lang="fr-CH" sz="1000" dirty="0"/>
                    <a:t> and </a:t>
                  </a:r>
                  <a:r>
                    <a:rPr lang="fr-CH" sz="1000" dirty="0" err="1"/>
                    <a:t>salinity</a:t>
                  </a:r>
                  <a:r>
                    <a:rPr lang="fr-CH" sz="1000" dirty="0"/>
                    <a:t>.</a:t>
                  </a:r>
                </a:p>
              </p:txBody>
            </p:sp>
            <p:sp>
              <p:nvSpPr>
                <p:cNvPr id="71" name="TextBox 70">
                  <a:extLst>
                    <a:ext uri="{FF2B5EF4-FFF2-40B4-BE49-F238E27FC236}">
                      <a16:creationId xmlns:a16="http://schemas.microsoft.com/office/drawing/2014/main" id="{4969D413-52AF-8675-C0F7-262C50C16375}"/>
                    </a:ext>
                  </a:extLst>
                </p:cNvPr>
                <p:cNvSpPr txBox="1"/>
                <p:nvPr/>
              </p:nvSpPr>
              <p:spPr>
                <a:xfrm>
                  <a:off x="884178" y="2745623"/>
                  <a:ext cx="1379297" cy="230347"/>
                </a:xfrm>
                <a:prstGeom prst="roundRect">
                  <a:avLst>
                    <a:gd name="adj" fmla="val 42994"/>
                  </a:avLst>
                </a:prstGeom>
                <a:solidFill>
                  <a:schemeClr val="accent2"/>
                </a:solidFill>
              </p:spPr>
              <p:txBody>
                <a:bodyPr wrap="square" lIns="0" tIns="0" rIns="0" bIns="0" rtlCol="0" anchor="ctr" anchorCtr="0">
                  <a:spAutoFit/>
                </a:bodyPr>
                <a:lstStyle/>
                <a:p>
                  <a:pPr algn="ctr"/>
                  <a:r>
                    <a:rPr lang="fr-CH" sz="1100" b="1" dirty="0" err="1">
                      <a:solidFill>
                        <a:schemeClr val="bg1"/>
                      </a:solidFill>
                    </a:rPr>
                    <a:t>SW_Conductivity.m</a:t>
                  </a:r>
                  <a:endParaRPr lang="fr-CH" sz="1100" b="1" dirty="0">
                    <a:solidFill>
                      <a:schemeClr val="bg1"/>
                    </a:solidFill>
                  </a:endParaRPr>
                </a:p>
              </p:txBody>
            </p:sp>
          </p:grpSp>
          <p:grpSp>
            <p:nvGrpSpPr>
              <p:cNvPr id="72" name="Group 71">
                <a:extLst>
                  <a:ext uri="{FF2B5EF4-FFF2-40B4-BE49-F238E27FC236}">
                    <a16:creationId xmlns:a16="http://schemas.microsoft.com/office/drawing/2014/main" id="{028762E1-5692-8DC7-6E48-48281DBDC14D}"/>
                  </a:ext>
                </a:extLst>
              </p:cNvPr>
              <p:cNvGrpSpPr/>
              <p:nvPr/>
            </p:nvGrpSpPr>
            <p:grpSpPr>
              <a:xfrm>
                <a:off x="5547441" y="3833140"/>
                <a:ext cx="1988296" cy="610798"/>
                <a:chOff x="497282" y="2742736"/>
                <a:chExt cx="1988296" cy="610798"/>
              </a:xfrm>
            </p:grpSpPr>
            <p:sp>
              <p:nvSpPr>
                <p:cNvPr id="73" name="TextBox 72">
                  <a:extLst>
                    <a:ext uri="{FF2B5EF4-FFF2-40B4-BE49-F238E27FC236}">
                      <a16:creationId xmlns:a16="http://schemas.microsoft.com/office/drawing/2014/main" id="{1FA72B02-DB21-E3D6-DD2C-3E3F061BAB48}"/>
                    </a:ext>
                  </a:extLst>
                </p:cNvPr>
                <p:cNvSpPr txBox="1"/>
                <p:nvPr/>
              </p:nvSpPr>
              <p:spPr>
                <a:xfrm>
                  <a:off x="497282" y="2910860"/>
                  <a:ext cx="1988296" cy="442674"/>
                </a:xfrm>
                <a:prstGeom prst="roundRect">
                  <a:avLst/>
                </a:prstGeom>
                <a:solidFill>
                  <a:schemeClr val="accent2">
                    <a:lumMod val="20000"/>
                    <a:lumOff val="80000"/>
                  </a:schemeClr>
                </a:solidFill>
              </p:spPr>
              <p:txBody>
                <a:bodyPr wrap="square" rtlCol="0">
                  <a:spAutoFit/>
                </a:bodyPr>
                <a:lstStyle/>
                <a:p>
                  <a:r>
                    <a:rPr lang="fr-CH" sz="1000" dirty="0" err="1"/>
                    <a:t>Compute</a:t>
                  </a:r>
                  <a:r>
                    <a:rPr lang="fr-CH" sz="1000" dirty="0"/>
                    <a:t> the </a:t>
                  </a:r>
                  <a:r>
                    <a:rPr lang="fr-CH" sz="1000" dirty="0" err="1"/>
                    <a:t>specific</a:t>
                  </a:r>
                  <a:r>
                    <a:rPr lang="fr-CH" sz="1000" dirty="0"/>
                    <a:t> </a:t>
                  </a:r>
                  <a:r>
                    <a:rPr lang="fr-CH" sz="1000" dirty="0" err="1"/>
                    <a:t>heat</a:t>
                  </a:r>
                  <a:r>
                    <a:rPr lang="fr-CH" sz="1000" dirty="0"/>
                    <a:t> </a:t>
                  </a:r>
                  <a:r>
                    <a:rPr lang="fr-CH" sz="1000" dirty="0" err="1"/>
                    <a:t>from</a:t>
                  </a:r>
                  <a:r>
                    <a:rPr lang="fr-CH" sz="1000" dirty="0"/>
                    <a:t> </a:t>
                  </a:r>
                  <a:r>
                    <a:rPr lang="fr-CH" sz="1000" dirty="0" err="1"/>
                    <a:t>temperature</a:t>
                  </a:r>
                  <a:r>
                    <a:rPr lang="fr-CH" sz="1000" dirty="0"/>
                    <a:t> and </a:t>
                  </a:r>
                  <a:r>
                    <a:rPr lang="fr-CH" sz="1000" dirty="0" err="1"/>
                    <a:t>salinity</a:t>
                  </a:r>
                  <a:r>
                    <a:rPr lang="fr-CH" sz="1000" dirty="0"/>
                    <a:t>.</a:t>
                  </a:r>
                </a:p>
              </p:txBody>
            </p:sp>
            <p:sp>
              <p:nvSpPr>
                <p:cNvPr id="74" name="TextBox 73">
                  <a:extLst>
                    <a:ext uri="{FF2B5EF4-FFF2-40B4-BE49-F238E27FC236}">
                      <a16:creationId xmlns:a16="http://schemas.microsoft.com/office/drawing/2014/main" id="{19C7B80F-564C-4201-A9E3-FBFDB2051608}"/>
                    </a:ext>
                  </a:extLst>
                </p:cNvPr>
                <p:cNvSpPr txBox="1"/>
                <p:nvPr/>
              </p:nvSpPr>
              <p:spPr>
                <a:xfrm>
                  <a:off x="801781" y="2742736"/>
                  <a:ext cx="1379297" cy="230347"/>
                </a:xfrm>
                <a:prstGeom prst="roundRect">
                  <a:avLst>
                    <a:gd name="adj" fmla="val 42994"/>
                  </a:avLst>
                </a:prstGeom>
                <a:solidFill>
                  <a:schemeClr val="accent2"/>
                </a:solidFill>
              </p:spPr>
              <p:txBody>
                <a:bodyPr wrap="square" lIns="0" tIns="0" rIns="0" bIns="0" rtlCol="0" anchor="ctr" anchorCtr="0">
                  <a:spAutoFit/>
                </a:bodyPr>
                <a:lstStyle/>
                <a:p>
                  <a:pPr algn="ctr"/>
                  <a:r>
                    <a:rPr lang="fr-CH" sz="1100" b="1" dirty="0" err="1">
                      <a:solidFill>
                        <a:schemeClr val="bg1"/>
                      </a:solidFill>
                    </a:rPr>
                    <a:t>SW_SpcHeat.m</a:t>
                  </a:r>
                  <a:endParaRPr lang="fr-CH" sz="1100" b="1" dirty="0">
                    <a:solidFill>
                      <a:schemeClr val="bg1"/>
                    </a:solidFill>
                  </a:endParaRPr>
                </a:p>
              </p:txBody>
            </p:sp>
          </p:grpSp>
          <p:grpSp>
            <p:nvGrpSpPr>
              <p:cNvPr id="75" name="Group 74">
                <a:extLst>
                  <a:ext uri="{FF2B5EF4-FFF2-40B4-BE49-F238E27FC236}">
                    <a16:creationId xmlns:a16="http://schemas.microsoft.com/office/drawing/2014/main" id="{82E43D99-3A84-B9A0-26AD-3E689D07C6B4}"/>
                  </a:ext>
                </a:extLst>
              </p:cNvPr>
              <p:cNvGrpSpPr/>
              <p:nvPr/>
            </p:nvGrpSpPr>
            <p:grpSpPr>
              <a:xfrm>
                <a:off x="7593553" y="3783033"/>
                <a:ext cx="2254630" cy="607911"/>
                <a:chOff x="497282" y="2745623"/>
                <a:chExt cx="2254630" cy="607911"/>
              </a:xfrm>
            </p:grpSpPr>
            <p:sp>
              <p:nvSpPr>
                <p:cNvPr id="76" name="TextBox 75">
                  <a:extLst>
                    <a:ext uri="{FF2B5EF4-FFF2-40B4-BE49-F238E27FC236}">
                      <a16:creationId xmlns:a16="http://schemas.microsoft.com/office/drawing/2014/main" id="{A5D3FDFC-5D72-D6C5-808E-7B496057D98A}"/>
                    </a:ext>
                  </a:extLst>
                </p:cNvPr>
                <p:cNvSpPr txBox="1"/>
                <p:nvPr/>
              </p:nvSpPr>
              <p:spPr>
                <a:xfrm>
                  <a:off x="497282" y="2910860"/>
                  <a:ext cx="2254630" cy="442674"/>
                </a:xfrm>
                <a:prstGeom prst="roundRect">
                  <a:avLst/>
                </a:prstGeom>
                <a:solidFill>
                  <a:schemeClr val="accent2">
                    <a:lumMod val="20000"/>
                    <a:lumOff val="80000"/>
                  </a:schemeClr>
                </a:solidFill>
              </p:spPr>
              <p:txBody>
                <a:bodyPr wrap="square" rtlCol="0">
                  <a:spAutoFit/>
                </a:bodyPr>
                <a:lstStyle/>
                <a:p>
                  <a:r>
                    <a:rPr lang="fr-CH" sz="1000" dirty="0" err="1"/>
                    <a:t>Compute</a:t>
                  </a:r>
                  <a:r>
                    <a:rPr lang="fr-CH" sz="1000" dirty="0"/>
                    <a:t> the </a:t>
                  </a:r>
                  <a:r>
                    <a:rPr lang="fr-CH" sz="1000" dirty="0" err="1"/>
                    <a:t>dynamic</a:t>
                  </a:r>
                  <a:r>
                    <a:rPr lang="fr-CH" sz="1000" dirty="0"/>
                    <a:t> </a:t>
                  </a:r>
                  <a:r>
                    <a:rPr lang="fr-CH" sz="1000" dirty="0" err="1"/>
                    <a:t>viscosity</a:t>
                  </a:r>
                  <a:r>
                    <a:rPr lang="fr-CH" sz="1000" dirty="0"/>
                    <a:t> </a:t>
                  </a:r>
                  <a:r>
                    <a:rPr lang="fr-CH" sz="1000" dirty="0" err="1"/>
                    <a:t>from</a:t>
                  </a:r>
                  <a:r>
                    <a:rPr lang="fr-CH" sz="1000" dirty="0"/>
                    <a:t> </a:t>
                  </a:r>
                  <a:r>
                    <a:rPr lang="fr-CH" sz="1000" dirty="0" err="1"/>
                    <a:t>temperature</a:t>
                  </a:r>
                  <a:r>
                    <a:rPr lang="fr-CH" sz="1000" dirty="0"/>
                    <a:t> and </a:t>
                  </a:r>
                  <a:r>
                    <a:rPr lang="fr-CH" sz="1000" dirty="0" err="1"/>
                    <a:t>salinity</a:t>
                  </a:r>
                  <a:r>
                    <a:rPr lang="fr-CH" sz="1000" dirty="0"/>
                    <a:t>.</a:t>
                  </a:r>
                </a:p>
              </p:txBody>
            </p:sp>
            <p:sp>
              <p:nvSpPr>
                <p:cNvPr id="77" name="TextBox 76">
                  <a:extLst>
                    <a:ext uri="{FF2B5EF4-FFF2-40B4-BE49-F238E27FC236}">
                      <a16:creationId xmlns:a16="http://schemas.microsoft.com/office/drawing/2014/main" id="{0326E4F6-3700-B51E-C697-8AF018DCA693}"/>
                    </a:ext>
                  </a:extLst>
                </p:cNvPr>
                <p:cNvSpPr txBox="1"/>
                <p:nvPr/>
              </p:nvSpPr>
              <p:spPr>
                <a:xfrm>
                  <a:off x="1041945" y="2745623"/>
                  <a:ext cx="1379297" cy="230347"/>
                </a:xfrm>
                <a:prstGeom prst="roundRect">
                  <a:avLst>
                    <a:gd name="adj" fmla="val 42994"/>
                  </a:avLst>
                </a:prstGeom>
                <a:solidFill>
                  <a:schemeClr val="accent2"/>
                </a:solidFill>
              </p:spPr>
              <p:txBody>
                <a:bodyPr wrap="square" lIns="0" tIns="0" rIns="0" bIns="0" rtlCol="0" anchor="ctr" anchorCtr="0">
                  <a:spAutoFit/>
                </a:bodyPr>
                <a:lstStyle/>
                <a:p>
                  <a:pPr algn="ctr"/>
                  <a:r>
                    <a:rPr lang="fr-CH" sz="1100" b="1" dirty="0" err="1">
                      <a:solidFill>
                        <a:schemeClr val="bg1"/>
                      </a:solidFill>
                    </a:rPr>
                    <a:t>SW_Viscosity.m</a:t>
                  </a:r>
                  <a:endParaRPr lang="fr-CH" sz="1100" b="1" dirty="0">
                    <a:solidFill>
                      <a:schemeClr val="bg1"/>
                    </a:solidFill>
                  </a:endParaRPr>
                </a:p>
              </p:txBody>
            </p:sp>
          </p:grpSp>
          <p:sp>
            <p:nvSpPr>
              <p:cNvPr id="64" name="Rectangle: Rounded Corners 63">
                <a:extLst>
                  <a:ext uri="{FF2B5EF4-FFF2-40B4-BE49-F238E27FC236}">
                    <a16:creationId xmlns:a16="http://schemas.microsoft.com/office/drawing/2014/main" id="{A734595A-C5B9-A722-B04B-7082A991D872}"/>
                  </a:ext>
                </a:extLst>
              </p:cNvPr>
              <p:cNvSpPr/>
              <p:nvPr/>
            </p:nvSpPr>
            <p:spPr>
              <a:xfrm>
                <a:off x="3321616" y="3747659"/>
                <a:ext cx="6584383" cy="871823"/>
              </a:xfrm>
              <a:prstGeom prst="roundRect">
                <a:avLst/>
              </a:prstGeom>
              <a:noFill/>
              <a:ln>
                <a:solidFill>
                  <a:schemeClr val="accent2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67" name="Rectangle: Rounded Corners 66">
              <a:extLst>
                <a:ext uri="{FF2B5EF4-FFF2-40B4-BE49-F238E27FC236}">
                  <a16:creationId xmlns:a16="http://schemas.microsoft.com/office/drawing/2014/main" id="{02398B6C-4265-C754-C8D9-A1CC5470F9A5}"/>
                </a:ext>
              </a:extLst>
            </p:cNvPr>
            <p:cNvSpPr/>
            <p:nvPr/>
          </p:nvSpPr>
          <p:spPr>
            <a:xfrm>
              <a:off x="2902915" y="2259762"/>
              <a:ext cx="6972869" cy="1541354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29530669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3887FC-E303-D486-32EB-DA26E54B6F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47A6B86C-5104-F557-3A21-23875D373F81}"/>
              </a:ext>
            </a:extLst>
          </p:cNvPr>
          <p:cNvGrpSpPr/>
          <p:nvPr/>
        </p:nvGrpSpPr>
        <p:grpSpPr>
          <a:xfrm>
            <a:off x="185702" y="2011748"/>
            <a:ext cx="2649268" cy="3026155"/>
            <a:chOff x="651987" y="2687779"/>
            <a:chExt cx="2649268" cy="2763259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CC6A966A-5C52-579F-35AE-F4FA8FA4468B}"/>
                    </a:ext>
                  </a:extLst>
                </p:cNvPr>
                <p:cNvSpPr txBox="1"/>
                <p:nvPr/>
              </p:nvSpPr>
              <p:spPr>
                <a:xfrm>
                  <a:off x="651987" y="2815771"/>
                  <a:ext cx="2649268" cy="2635267"/>
                </a:xfrm>
                <a:prstGeom prst="roundRect">
                  <a:avLst/>
                </a:prstGeom>
                <a:solidFill>
                  <a:schemeClr val="accent2">
                    <a:lumMod val="20000"/>
                    <a:lumOff val="80000"/>
                  </a:schemeClr>
                </a:solidFill>
              </p:spPr>
              <p:txBody>
                <a:bodyPr wrap="square" rtlCol="0">
                  <a:spAutoFit/>
                </a:bodyPr>
                <a:lstStyle/>
                <a:p>
                  <a:pPr marL="312738" indent="-312738">
                    <a:spcAft>
                      <a:spcPts val="600"/>
                    </a:spcAft>
                    <a:buFont typeface="+mj-lt"/>
                    <a:buAutoNum type="alphaLcPeriod"/>
                  </a:pPr>
                  <a:r>
                    <a:rPr lang="fr-CH" sz="1000" dirty="0"/>
                    <a:t>Detrend the </a:t>
                  </a:r>
                  <a:r>
                    <a:rPr lang="fr-CH" sz="1000" dirty="0" err="1"/>
                    <a:t>shear</a:t>
                  </a:r>
                  <a:r>
                    <a:rPr lang="fr-CH" sz="1000" dirty="0"/>
                    <a:t> signal </a:t>
                  </a:r>
                </a:p>
                <a:p>
                  <a:pPr marL="312738" indent="-312738">
                    <a:spcAft>
                      <a:spcPts val="600"/>
                    </a:spcAft>
                    <a:buFont typeface="+mj-lt"/>
                    <a:buAutoNum type="alphaLcPeriod"/>
                  </a:pPr>
                  <a:r>
                    <a:rPr lang="fr-CH" sz="1000" dirty="0" err="1"/>
                    <a:t>Compute</a:t>
                  </a:r>
                  <a:r>
                    <a:rPr lang="fr-CH" sz="1000" dirty="0"/>
                    <a:t> the segment-</a:t>
                  </a:r>
                  <a:r>
                    <a:rPr lang="fr-CH" sz="1000" dirty="0" err="1"/>
                    <a:t>averaged</a:t>
                  </a:r>
                  <a:r>
                    <a:rPr lang="fr-CH" sz="1000" dirty="0"/>
                    <a:t> power spectral </a:t>
                  </a:r>
                  <a:r>
                    <a:rPr lang="fr-CH" sz="1000" dirty="0" err="1"/>
                    <a:t>density</a:t>
                  </a:r>
                  <a:r>
                    <a:rPr lang="fr-CH" sz="1000" dirty="0"/>
                    <a:t> (auto </a:t>
                  </a:r>
                  <a:r>
                    <a:rPr lang="fr-CH" sz="1000" dirty="0" err="1"/>
                    <a:t>spectrum</a:t>
                  </a:r>
                  <a:r>
                    <a:rPr lang="fr-CH" sz="1000" dirty="0"/>
                    <a:t>) </a:t>
                  </a:r>
                  <a:r>
                    <a:rPr lang="fr-CH" sz="1000" dirty="0" err="1"/>
                    <a:t>using</a:t>
                  </a:r>
                  <a:r>
                    <a:rPr lang="fr-CH" sz="1000" dirty="0"/>
                    <a:t> the spatial </a:t>
                  </a:r>
                  <a:r>
                    <a:rPr lang="fr-CH" sz="1000" dirty="0" err="1"/>
                    <a:t>frequency</a:t>
                  </a:r>
                  <a:endParaRPr lang="fr-CH" sz="1000" dirty="0"/>
                </a:p>
                <a:p>
                  <a:pPr marL="312738" indent="-312738">
                    <a:spcAft>
                      <a:spcPts val="600"/>
                    </a:spcAft>
                    <a:buFont typeface="+mj-lt"/>
                    <a:buAutoNum type="alphaLcPeriod"/>
                  </a:pPr>
                  <a:r>
                    <a:rPr lang="fr-CH" sz="1000" dirty="0" err="1"/>
                    <a:t>Denoise</a:t>
                  </a:r>
                  <a:r>
                    <a:rPr lang="fr-CH" sz="1000" dirty="0"/>
                    <a:t> the </a:t>
                  </a:r>
                  <a:r>
                    <a:rPr lang="fr-CH" sz="1000" dirty="0" err="1"/>
                    <a:t>spectrum</a:t>
                  </a:r>
                  <a:endParaRPr lang="fr-CH" sz="1000" dirty="0"/>
                </a:p>
                <a:p>
                  <a:pPr marL="312738" indent="-312738">
                    <a:spcAft>
                      <a:spcPts val="600"/>
                    </a:spcAft>
                    <a:buFont typeface="+mj-lt"/>
                    <a:buAutoNum type="alphaLcPeriod"/>
                  </a:pPr>
                  <a:r>
                    <a:rPr lang="fr-CH" sz="1000" dirty="0"/>
                    <a:t>Correct for spatial </a:t>
                  </a:r>
                  <a:r>
                    <a:rPr lang="fr-CH" sz="1000" dirty="0" err="1"/>
                    <a:t>response</a:t>
                  </a:r>
                  <a:endParaRPr lang="fr-CH" sz="1000" dirty="0"/>
                </a:p>
                <a:p>
                  <a:pPr marL="312738" indent="-312738">
                    <a:spcAft>
                      <a:spcPts val="600"/>
                    </a:spcAft>
                    <a:buFont typeface="+mj-lt"/>
                    <a:buAutoNum type="alphaLcPeriod"/>
                  </a:pPr>
                  <a:r>
                    <a:rPr lang="fr-CH" sz="1000" dirty="0" err="1"/>
                    <a:t>Calculate</a:t>
                  </a:r>
                  <a:r>
                    <a:rPr lang="fr-CH" sz="1000" dirty="0"/>
                    <a:t> </a:t>
                  </a:r>
                  <a14:m>
                    <m:oMath xmlns:m="http://schemas.openxmlformats.org/officeDocument/2006/math">
                      <m:r>
                        <a:rPr lang="fr-CH" sz="1000" b="0" i="1" smtClean="0">
                          <a:latin typeface="Cambria Math" panose="02040503050406030204" pitchFamily="18" charset="0"/>
                        </a:rPr>
                        <m:t>𝜀</m:t>
                      </m:r>
                    </m:oMath>
                  </a14:m>
                  <a:r>
                    <a:rPr lang="fr-CH" sz="1000" dirty="0"/>
                    <a:t> </a:t>
                  </a:r>
                  <a:r>
                    <a:rPr lang="fr-CH" sz="1000" dirty="0" err="1"/>
                    <a:t>iteratively</a:t>
                  </a:r>
                  <a:r>
                    <a:rPr lang="fr-CH" sz="1000" dirty="0"/>
                    <a:t> by </a:t>
                  </a:r>
                  <a:r>
                    <a:rPr lang="fr-CH" sz="1000" dirty="0" err="1"/>
                    <a:t>integration</a:t>
                  </a:r>
                  <a:endParaRPr lang="fr-CH" sz="1000" dirty="0"/>
                </a:p>
                <a:p>
                  <a:pPr marL="312738" indent="-312738">
                    <a:spcAft>
                      <a:spcPts val="600"/>
                    </a:spcAft>
                    <a:buFont typeface="+mj-lt"/>
                    <a:buAutoNum type="alphaLcPeriod"/>
                  </a:pPr>
                  <a:r>
                    <a:rPr lang="fr-CH" sz="1000" dirty="0"/>
                    <a:t>Correct for </a:t>
                  </a:r>
                  <a:r>
                    <a:rPr lang="fr-CH" sz="1000" dirty="0" err="1"/>
                    <a:t>lost</a:t>
                  </a:r>
                  <a:r>
                    <a:rPr lang="fr-CH" sz="1000" dirty="0"/>
                    <a:t> variance</a:t>
                  </a:r>
                </a:p>
                <a:p>
                  <a:pPr marL="312738" indent="-312738">
                    <a:spcAft>
                      <a:spcPts val="600"/>
                    </a:spcAft>
                    <a:buFont typeface="+mj-lt"/>
                    <a:buAutoNum type="alphaLcPeriod"/>
                  </a:pPr>
                  <a:r>
                    <a:rPr lang="fr-CH" sz="1000" dirty="0" err="1"/>
                    <a:t>Recalculate</a:t>
                  </a:r>
                  <a:r>
                    <a:rPr lang="fr-CH" sz="1000" dirty="0"/>
                    <a:t> </a:t>
                  </a:r>
                  <a14:m>
                    <m:oMath xmlns:m="http://schemas.openxmlformats.org/officeDocument/2006/math">
                      <m:r>
                        <a:rPr lang="fr-CH" sz="1000" i="1">
                          <a:latin typeface="Cambria Math" panose="02040503050406030204" pitchFamily="18" charset="0"/>
                        </a:rPr>
                        <m:t>𝜀</m:t>
                      </m:r>
                    </m:oMath>
                  </a14:m>
                  <a:r>
                    <a:rPr lang="fr-CH" sz="1000" dirty="0"/>
                    <a:t> </a:t>
                  </a:r>
                  <a:r>
                    <a:rPr lang="fr-CH" sz="1000" dirty="0" err="1"/>
                    <a:t>with</a:t>
                  </a:r>
                  <a:r>
                    <a:rPr lang="fr-CH" sz="1000" dirty="0"/>
                    <a:t> spectral fit</a:t>
                  </a:r>
                </a:p>
                <a:p>
                  <a:pPr marL="312738" indent="-312738">
                    <a:spcAft>
                      <a:spcPts val="600"/>
                    </a:spcAft>
                    <a:buFont typeface="+mj-lt"/>
                    <a:buAutoNum type="alphaLcPeriod"/>
                  </a:pPr>
                  <a:r>
                    <a:rPr lang="fr-CH" sz="1000" dirty="0" err="1"/>
                    <a:t>Compute</a:t>
                  </a:r>
                  <a:r>
                    <a:rPr lang="fr-CH" sz="1000" dirty="0"/>
                    <a:t> the </a:t>
                  </a:r>
                  <a:r>
                    <a:rPr lang="fr-CH" sz="1000" dirty="0" err="1"/>
                    <a:t>Median</a:t>
                  </a:r>
                  <a:r>
                    <a:rPr lang="fr-CH" sz="1000" dirty="0"/>
                    <a:t> </a:t>
                  </a:r>
                  <a:r>
                    <a:rPr lang="fr-CH" sz="1000" dirty="0" err="1"/>
                    <a:t>Absolute</a:t>
                  </a:r>
                  <a:r>
                    <a:rPr lang="fr-CH" sz="1000" dirty="0"/>
                    <a:t> </a:t>
                  </a:r>
                  <a:r>
                    <a:rPr lang="fr-CH" sz="1000" dirty="0" err="1"/>
                    <a:t>Deviation</a:t>
                  </a:r>
                  <a:r>
                    <a:rPr lang="fr-CH" sz="1000" dirty="0"/>
                    <a:t> (MAD)</a:t>
                  </a:r>
                </a:p>
              </p:txBody>
            </p:sp>
          </mc:Choice>
          <mc:Fallback xmlns="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CC6A966A-5C52-579F-35AE-F4FA8FA4468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1987" y="2815771"/>
                  <a:ext cx="2649268" cy="2635267"/>
                </a:xfrm>
                <a:prstGeom prst="roundRect">
                  <a:avLst/>
                </a:prstGeom>
                <a:blipFill>
                  <a:blip r:embed="rId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EC55D40B-2F18-985D-06E0-F289F9F179D7}"/>
                </a:ext>
              </a:extLst>
            </p:cNvPr>
            <p:cNvSpPr txBox="1"/>
            <p:nvPr/>
          </p:nvSpPr>
          <p:spPr>
            <a:xfrm>
              <a:off x="1190297" y="2687779"/>
              <a:ext cx="1684814" cy="205398"/>
            </a:xfrm>
            <a:prstGeom prst="roundRect">
              <a:avLst>
                <a:gd name="adj" fmla="val 42994"/>
              </a:avLst>
            </a:prstGeom>
            <a:solidFill>
              <a:schemeClr val="accent2"/>
            </a:solidFill>
          </p:spPr>
          <p:txBody>
            <a:bodyPr wrap="square" lIns="0" tIns="0" rIns="0" bIns="0" rtlCol="0" anchor="ctr" anchorCtr="0">
              <a:spAutoFit/>
            </a:bodyPr>
            <a:lstStyle/>
            <a:p>
              <a:pPr algn="ctr"/>
              <a:r>
                <a:rPr lang="fr-CH" sz="1100" b="1" dirty="0" err="1">
                  <a:solidFill>
                    <a:schemeClr val="bg1"/>
                  </a:solidFill>
                </a:rPr>
                <a:t>TKE_dis_spec.m</a:t>
              </a:r>
              <a:endParaRPr lang="fr-CH" sz="1100" b="1" dirty="0">
                <a:solidFill>
                  <a:schemeClr val="bg1"/>
                </a:solidFill>
              </a:endParaRPr>
            </a:p>
          </p:txBody>
        </p:sp>
      </p:grp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E9D1A7AB-67FD-A591-177A-96E3AAA3F656}"/>
              </a:ext>
            </a:extLst>
          </p:cNvPr>
          <p:cNvSpPr/>
          <p:nvPr/>
        </p:nvSpPr>
        <p:spPr>
          <a:xfrm>
            <a:off x="81720" y="210749"/>
            <a:ext cx="158630" cy="130969"/>
          </a:xfrm>
          <a:prstGeom prst="round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E98ED77-03FF-DCD0-243C-ED5CBBA5FAD6}"/>
              </a:ext>
            </a:extLst>
          </p:cNvPr>
          <p:cNvSpPr txBox="1"/>
          <p:nvPr/>
        </p:nvSpPr>
        <p:spPr>
          <a:xfrm>
            <a:off x="240350" y="173705"/>
            <a:ext cx="182723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H" sz="1000" dirty="0"/>
              <a:t>Matlab </a:t>
            </a:r>
            <a:r>
              <a:rPr lang="fr-CH" sz="1000" dirty="0" err="1"/>
              <a:t>built-in</a:t>
            </a:r>
            <a:r>
              <a:rPr lang="fr-CH" sz="1000" dirty="0"/>
              <a:t> </a:t>
            </a:r>
            <a:r>
              <a:rPr lang="fr-CH" sz="1000" dirty="0" err="1"/>
              <a:t>functions</a:t>
            </a:r>
            <a:endParaRPr lang="en-US" sz="1000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AA114FE-B540-80B5-7003-D8D43B7AD4A0}"/>
              </a:ext>
            </a:extLst>
          </p:cNvPr>
          <p:cNvSpPr/>
          <p:nvPr/>
        </p:nvSpPr>
        <p:spPr>
          <a:xfrm>
            <a:off x="81720" y="55261"/>
            <a:ext cx="158630" cy="130969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0C52DB0-E9BE-46DA-F0BB-25AE7F2005DF}"/>
              </a:ext>
            </a:extLst>
          </p:cNvPr>
          <p:cNvSpPr txBox="1"/>
          <p:nvPr/>
        </p:nvSpPr>
        <p:spPr>
          <a:xfrm>
            <a:off x="240350" y="-8926"/>
            <a:ext cx="133111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H" sz="1000" dirty="0"/>
              <a:t>Input/output data</a:t>
            </a:r>
            <a:endParaRPr lang="en-US" sz="1000" dirty="0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84C89FB0-5820-8239-128F-24606FA24EA3}"/>
              </a:ext>
            </a:extLst>
          </p:cNvPr>
          <p:cNvSpPr/>
          <p:nvPr/>
        </p:nvSpPr>
        <p:spPr>
          <a:xfrm>
            <a:off x="81720" y="382142"/>
            <a:ext cx="158630" cy="130969"/>
          </a:xfrm>
          <a:prstGeom prst="round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E7E88E6-1CCC-56AD-BCAA-CEF916335487}"/>
              </a:ext>
            </a:extLst>
          </p:cNvPr>
          <p:cNvSpPr txBox="1"/>
          <p:nvPr/>
        </p:nvSpPr>
        <p:spPr>
          <a:xfrm>
            <a:off x="240349" y="324515"/>
            <a:ext cx="278622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H" sz="1000" dirty="0" err="1"/>
              <a:t>Customized</a:t>
            </a:r>
            <a:r>
              <a:rPr lang="fr-CH" sz="1000" dirty="0"/>
              <a:t> scripts in </a:t>
            </a:r>
            <a:r>
              <a:rPr lang="fr-CH" sz="1000" i="1" dirty="0"/>
              <a:t>microstructure</a:t>
            </a:r>
            <a:r>
              <a:rPr lang="fr-CH" sz="1000" dirty="0"/>
              <a:t> folder </a:t>
            </a:r>
            <a:endParaRPr lang="en-US" sz="1000" dirty="0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7DFE3856-53FC-C313-B3B3-76BDA01A4E3B}"/>
              </a:ext>
            </a:extLst>
          </p:cNvPr>
          <p:cNvSpPr/>
          <p:nvPr/>
        </p:nvSpPr>
        <p:spPr>
          <a:xfrm>
            <a:off x="81720" y="553535"/>
            <a:ext cx="158630" cy="130969"/>
          </a:xfrm>
          <a:prstGeom prst="round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9B63C2D-EA85-2610-B8A1-13055C6A813E}"/>
              </a:ext>
            </a:extLst>
          </p:cNvPr>
          <p:cNvSpPr txBox="1"/>
          <p:nvPr/>
        </p:nvSpPr>
        <p:spPr>
          <a:xfrm>
            <a:off x="240349" y="503415"/>
            <a:ext cx="278622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H" sz="1000" dirty="0"/>
              <a:t>ODAS scripts</a:t>
            </a:r>
            <a:endParaRPr lang="en-US" sz="1000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B56A90DF-C25A-2903-BFEA-11B895CC4C5D}"/>
              </a:ext>
            </a:extLst>
          </p:cNvPr>
          <p:cNvSpPr/>
          <p:nvPr/>
        </p:nvSpPr>
        <p:spPr>
          <a:xfrm>
            <a:off x="44959" y="791335"/>
            <a:ext cx="1520587" cy="635211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CH" sz="1100" b="1" i="1" dirty="0" err="1"/>
              <a:t>pres</a:t>
            </a:r>
            <a:r>
              <a:rPr lang="fr-CH" sz="1100" b="1" i="1" dirty="0"/>
              <a:t> </a:t>
            </a:r>
          </a:p>
          <a:p>
            <a:pPr algn="ctr"/>
            <a:r>
              <a:rPr lang="fr-CH" sz="1100" dirty="0"/>
              <a:t>(pressure </a:t>
            </a:r>
            <a:r>
              <a:rPr lang="fr-CH" sz="1100" dirty="0" err="1"/>
              <a:t>vector</a:t>
            </a:r>
            <a:r>
              <a:rPr lang="fr-CH" sz="1100" dirty="0"/>
              <a:t> in the bin)</a:t>
            </a:r>
          </a:p>
        </p:txBody>
      </p:sp>
      <p:sp>
        <p:nvSpPr>
          <p:cNvPr id="14" name="Arrow: Down 13">
            <a:extLst>
              <a:ext uri="{FF2B5EF4-FFF2-40B4-BE49-F238E27FC236}">
                <a16:creationId xmlns:a16="http://schemas.microsoft.com/office/drawing/2014/main" id="{9062E857-F10B-0A3D-64FB-F60529D55604}"/>
              </a:ext>
            </a:extLst>
          </p:cNvPr>
          <p:cNvSpPr/>
          <p:nvPr/>
        </p:nvSpPr>
        <p:spPr>
          <a:xfrm rot="20255145">
            <a:off x="837382" y="1498274"/>
            <a:ext cx="200025" cy="436465"/>
          </a:xfrm>
          <a:prstGeom prst="downArrow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1DEDFE7D-E96F-C803-0F0A-17EA2398DAFF}"/>
              </a:ext>
            </a:extLst>
          </p:cNvPr>
          <p:cNvSpPr/>
          <p:nvPr/>
        </p:nvSpPr>
        <p:spPr>
          <a:xfrm>
            <a:off x="1622264" y="747977"/>
            <a:ext cx="1926079" cy="702064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CH" sz="1100" b="1" i="1" dirty="0"/>
              <a:t>x0</a:t>
            </a:r>
          </a:p>
          <a:p>
            <a:pPr algn="ctr"/>
            <a:r>
              <a:rPr lang="fr-CH" sz="1100" dirty="0"/>
              <a:t>(</a:t>
            </a:r>
            <a:r>
              <a:rPr lang="fr-CH" sz="1100" dirty="0" err="1"/>
              <a:t>despiked</a:t>
            </a:r>
            <a:r>
              <a:rPr lang="fr-CH" sz="1100" dirty="0"/>
              <a:t> and </a:t>
            </a:r>
            <a:r>
              <a:rPr lang="fr-CH" sz="1100" dirty="0" err="1"/>
              <a:t>filtered</a:t>
            </a:r>
            <a:r>
              <a:rPr lang="fr-CH" sz="1100" dirty="0"/>
              <a:t> </a:t>
            </a:r>
            <a:r>
              <a:rPr lang="fr-CH" sz="1100" dirty="0" err="1"/>
              <a:t>shear</a:t>
            </a:r>
            <a:r>
              <a:rPr lang="fr-CH" sz="1100" dirty="0"/>
              <a:t> </a:t>
            </a:r>
            <a:r>
              <a:rPr lang="fr-CH" sz="1100" dirty="0" err="1"/>
              <a:t>vector</a:t>
            </a:r>
            <a:r>
              <a:rPr lang="fr-CH" sz="1100" dirty="0"/>
              <a:t>/matrix in the bin</a:t>
            </a:r>
            <a:r>
              <a:rPr lang="fr-CH" sz="1100" i="1" dirty="0"/>
              <a:t>)</a:t>
            </a:r>
            <a:endParaRPr lang="fr-CH" sz="1100" dirty="0"/>
          </a:p>
        </p:txBody>
      </p:sp>
      <p:sp>
        <p:nvSpPr>
          <p:cNvPr id="16" name="Arrow: Down 15">
            <a:extLst>
              <a:ext uri="{FF2B5EF4-FFF2-40B4-BE49-F238E27FC236}">
                <a16:creationId xmlns:a16="http://schemas.microsoft.com/office/drawing/2014/main" id="{B91DE2B8-ACE7-BBB3-CCFF-6FE443831F82}"/>
              </a:ext>
            </a:extLst>
          </p:cNvPr>
          <p:cNvSpPr/>
          <p:nvPr/>
        </p:nvSpPr>
        <p:spPr>
          <a:xfrm rot="2459619">
            <a:off x="1841605" y="1501641"/>
            <a:ext cx="200025" cy="436465"/>
          </a:xfrm>
          <a:prstGeom prst="downArrow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AB327DEF-4559-224D-122F-E08DADEE8675}"/>
              </a:ext>
            </a:extLst>
          </p:cNvPr>
          <p:cNvSpPr/>
          <p:nvPr/>
        </p:nvSpPr>
        <p:spPr>
          <a:xfrm>
            <a:off x="5212011" y="766792"/>
            <a:ext cx="1520587" cy="90015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CH" sz="1100" dirty="0" err="1"/>
              <a:t>Other</a:t>
            </a:r>
            <a:r>
              <a:rPr lang="fr-CH" sz="1100" dirty="0"/>
              <a:t> arguments (</a:t>
            </a:r>
            <a:r>
              <a:rPr lang="fr-CH" sz="1100" dirty="0" err="1"/>
              <a:t>wavenumbers</a:t>
            </a:r>
            <a:r>
              <a:rPr lang="fr-CH" sz="1100" dirty="0"/>
              <a:t> for </a:t>
            </a:r>
            <a:r>
              <a:rPr lang="fr-CH" sz="1100" dirty="0" err="1"/>
              <a:t>integration</a:t>
            </a:r>
            <a:r>
              <a:rPr lang="fr-CH" sz="1100" dirty="0"/>
              <a:t>, FFT </a:t>
            </a:r>
            <a:r>
              <a:rPr lang="fr-CH" sz="1100" dirty="0" err="1"/>
              <a:t>parameters</a:t>
            </a:r>
            <a:r>
              <a:rPr lang="fr-CH" sz="1100" dirty="0"/>
              <a:t>, plot options, etc.)</a:t>
            </a:r>
          </a:p>
        </p:txBody>
      </p:sp>
      <p:sp>
        <p:nvSpPr>
          <p:cNvPr id="18" name="Arrow: Down 17">
            <a:extLst>
              <a:ext uri="{FF2B5EF4-FFF2-40B4-BE49-F238E27FC236}">
                <a16:creationId xmlns:a16="http://schemas.microsoft.com/office/drawing/2014/main" id="{8D9A603A-64DC-96DA-89AA-5AB26E81005E}"/>
              </a:ext>
            </a:extLst>
          </p:cNvPr>
          <p:cNvSpPr/>
          <p:nvPr/>
        </p:nvSpPr>
        <p:spPr>
          <a:xfrm rot="3792774">
            <a:off x="3039371" y="1119659"/>
            <a:ext cx="186932" cy="1403172"/>
          </a:xfrm>
          <a:prstGeom prst="downArrow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F9A68617-FA00-F1A3-2BFC-A47AFA4AD2CF}"/>
              </a:ext>
            </a:extLst>
          </p:cNvPr>
          <p:cNvSpPr/>
          <p:nvPr/>
        </p:nvSpPr>
        <p:spPr>
          <a:xfrm>
            <a:off x="4048076" y="6146604"/>
            <a:ext cx="1116174" cy="635211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CH" sz="1100" b="1" i="1" dirty="0" err="1"/>
              <a:t>MADc</a:t>
            </a:r>
            <a:endParaRPr lang="fr-CH" sz="1100" b="1" i="1" dirty="0"/>
          </a:p>
          <a:p>
            <a:pPr algn="ctr"/>
            <a:r>
              <a:rPr lang="fr-CH" sz="1100" dirty="0"/>
              <a:t>(MAD </a:t>
            </a:r>
            <a:r>
              <a:rPr lang="fr-CH" sz="1100" dirty="0" err="1"/>
              <a:t>threshold</a:t>
            </a:r>
            <a:r>
              <a:rPr lang="fr-CH" sz="1100" dirty="0"/>
              <a:t>)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1631B64B-6415-E4DA-0FA7-E7D138CD8680}"/>
              </a:ext>
            </a:extLst>
          </p:cNvPr>
          <p:cNvSpPr/>
          <p:nvPr/>
        </p:nvSpPr>
        <p:spPr>
          <a:xfrm>
            <a:off x="156953" y="6146605"/>
            <a:ext cx="1848109" cy="635211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CH" sz="1100" b="1" i="1" dirty="0" err="1"/>
              <a:t>eps_S</a:t>
            </a:r>
            <a:endParaRPr lang="fr-CH" sz="1100" b="1" i="1" dirty="0"/>
          </a:p>
          <a:p>
            <a:pPr algn="ctr"/>
            <a:r>
              <a:rPr lang="fr-CH" sz="1100" dirty="0"/>
              <a:t>(bin-</a:t>
            </a:r>
            <a:r>
              <a:rPr lang="fr-CH" sz="1100" dirty="0" err="1"/>
              <a:t>averaged</a:t>
            </a:r>
            <a:r>
              <a:rPr lang="fr-CH" sz="1100" dirty="0"/>
              <a:t> TKE dissipation rate)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1A30EF90-DBE5-1075-3364-C6AEBF3EB256}"/>
              </a:ext>
            </a:extLst>
          </p:cNvPr>
          <p:cNvSpPr/>
          <p:nvPr/>
        </p:nvSpPr>
        <p:spPr>
          <a:xfrm>
            <a:off x="2067586" y="6146604"/>
            <a:ext cx="1917965" cy="635211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CH" sz="1100" b="1" i="1" dirty="0"/>
              <a:t>MAD_S</a:t>
            </a:r>
          </a:p>
          <a:p>
            <a:pPr algn="ctr"/>
            <a:r>
              <a:rPr lang="fr-CH" sz="1100" dirty="0"/>
              <a:t>(</a:t>
            </a:r>
            <a:r>
              <a:rPr lang="en-US" sz="1100" dirty="0"/>
              <a:t>Mean Absolute Deviation between observed and empirical spectra</a:t>
            </a:r>
            <a:r>
              <a:rPr lang="fr-CH" sz="1100" dirty="0"/>
              <a:t>)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7FBE8A5-435D-83CE-558C-9A2D507E011C}"/>
              </a:ext>
            </a:extLst>
          </p:cNvPr>
          <p:cNvSpPr txBox="1"/>
          <p:nvPr/>
        </p:nvSpPr>
        <p:spPr>
          <a:xfrm>
            <a:off x="3289622" y="130374"/>
            <a:ext cx="555313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H" sz="1400" b="1" dirty="0"/>
              <a:t>Details of STEP II.8.F – </a:t>
            </a:r>
            <a:r>
              <a:rPr lang="fr-CH" sz="1400" b="1" dirty="0" err="1"/>
              <a:t>Shear-derived</a:t>
            </a:r>
            <a:r>
              <a:rPr lang="fr-CH" sz="1400" b="1" dirty="0"/>
              <a:t> turbulence (for </a:t>
            </a:r>
            <a:r>
              <a:rPr lang="fr-CH" sz="1400" b="1" dirty="0" err="1"/>
              <a:t>each</a:t>
            </a:r>
            <a:r>
              <a:rPr lang="fr-CH" sz="1400" b="1" dirty="0"/>
              <a:t> bin </a:t>
            </a:r>
            <a:r>
              <a:rPr lang="fr-CH" sz="1400" b="1" i="1" dirty="0"/>
              <a:t>i</a:t>
            </a:r>
            <a:r>
              <a:rPr lang="fr-CH" sz="1400" b="1" dirty="0"/>
              <a:t>):</a:t>
            </a:r>
            <a:endParaRPr lang="en-US" sz="1400" b="1" dirty="0"/>
          </a:p>
        </p:txBody>
      </p:sp>
      <p:sp>
        <p:nvSpPr>
          <p:cNvPr id="23" name="Arrow: Down 22">
            <a:extLst>
              <a:ext uri="{FF2B5EF4-FFF2-40B4-BE49-F238E27FC236}">
                <a16:creationId xmlns:a16="http://schemas.microsoft.com/office/drawing/2014/main" id="{1677EA00-AB52-A067-8789-5035449A11E9}"/>
              </a:ext>
            </a:extLst>
          </p:cNvPr>
          <p:cNvSpPr/>
          <p:nvPr/>
        </p:nvSpPr>
        <p:spPr>
          <a:xfrm rot="2487712">
            <a:off x="1652545" y="5643210"/>
            <a:ext cx="200025" cy="436465"/>
          </a:xfrm>
          <a:prstGeom prst="downArrow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Arrow: Down 23">
            <a:extLst>
              <a:ext uri="{FF2B5EF4-FFF2-40B4-BE49-F238E27FC236}">
                <a16:creationId xmlns:a16="http://schemas.microsoft.com/office/drawing/2014/main" id="{8DB3623C-CBB4-2F56-7E3C-4DFB0CA4CCAD}"/>
              </a:ext>
            </a:extLst>
          </p:cNvPr>
          <p:cNvSpPr/>
          <p:nvPr/>
        </p:nvSpPr>
        <p:spPr>
          <a:xfrm rot="20248805">
            <a:off x="2707913" y="5664074"/>
            <a:ext cx="200025" cy="436465"/>
          </a:xfrm>
          <a:prstGeom prst="downArrow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Arrow: Down 24">
            <a:extLst>
              <a:ext uri="{FF2B5EF4-FFF2-40B4-BE49-F238E27FC236}">
                <a16:creationId xmlns:a16="http://schemas.microsoft.com/office/drawing/2014/main" id="{96B32F9C-8772-0C9D-7BFB-0929B489EF6C}"/>
              </a:ext>
            </a:extLst>
          </p:cNvPr>
          <p:cNvSpPr/>
          <p:nvPr/>
        </p:nvSpPr>
        <p:spPr>
          <a:xfrm rot="18360429">
            <a:off x="4107772" y="5364477"/>
            <a:ext cx="243740" cy="830212"/>
          </a:xfrm>
          <a:prstGeom prst="downArrow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44" name="Group 43">
            <a:extLst>
              <a:ext uri="{FF2B5EF4-FFF2-40B4-BE49-F238E27FC236}">
                <a16:creationId xmlns:a16="http://schemas.microsoft.com/office/drawing/2014/main" id="{8A90D7A2-2798-CA83-C35A-07675928BFC7}"/>
              </a:ext>
            </a:extLst>
          </p:cNvPr>
          <p:cNvGrpSpPr/>
          <p:nvPr/>
        </p:nvGrpSpPr>
        <p:grpSpPr>
          <a:xfrm>
            <a:off x="3613446" y="2495786"/>
            <a:ext cx="2773194" cy="961632"/>
            <a:chOff x="497282" y="2732421"/>
            <a:chExt cx="2773194" cy="961632"/>
          </a:xfrm>
        </p:grpSpPr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E21D134E-0132-C1C5-C065-21B05425E69E}"/>
                </a:ext>
              </a:extLst>
            </p:cNvPr>
            <p:cNvSpPr txBox="1"/>
            <p:nvPr/>
          </p:nvSpPr>
          <p:spPr>
            <a:xfrm>
              <a:off x="497282" y="2910860"/>
              <a:ext cx="2773194" cy="783193"/>
            </a:xfrm>
            <a:prstGeom prst="round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en-US" sz="1000" dirty="0"/>
                <a:t>Estimate the cross- and auto-spectrum of one or two vectors (if one shear probe), in spatial or temporal space depending on the frequency put as an argument</a:t>
              </a:r>
            </a:p>
          </p:txBody>
        </p: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84B3AE7F-9F46-E6F6-16E7-73A9567B27AD}"/>
                </a:ext>
              </a:extLst>
            </p:cNvPr>
            <p:cNvSpPr txBox="1"/>
            <p:nvPr/>
          </p:nvSpPr>
          <p:spPr>
            <a:xfrm>
              <a:off x="716089" y="2732421"/>
              <a:ext cx="1384461" cy="224939"/>
            </a:xfrm>
            <a:prstGeom prst="roundRect">
              <a:avLst>
                <a:gd name="adj" fmla="val 42994"/>
              </a:avLst>
            </a:prstGeom>
            <a:solidFill>
              <a:schemeClr val="accent6"/>
            </a:solidFill>
          </p:spPr>
          <p:txBody>
            <a:bodyPr wrap="square" lIns="0" tIns="0" rIns="0" bIns="0" rtlCol="0" anchor="ctr" anchorCtr="0">
              <a:spAutoFit/>
            </a:bodyPr>
            <a:lstStyle/>
            <a:p>
              <a:pPr algn="ctr"/>
              <a:r>
                <a:rPr lang="fr-CH" sz="1100" b="1" dirty="0" err="1">
                  <a:solidFill>
                    <a:schemeClr val="bg1"/>
                  </a:solidFill>
                </a:rPr>
                <a:t>csd_odas.m</a:t>
              </a:r>
              <a:endParaRPr lang="fr-CH" sz="1100" b="1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70530779-A2B9-8108-14F7-059FE705036F}"/>
              </a:ext>
            </a:extLst>
          </p:cNvPr>
          <p:cNvGrpSpPr/>
          <p:nvPr/>
        </p:nvGrpSpPr>
        <p:grpSpPr>
          <a:xfrm>
            <a:off x="4655377" y="1946736"/>
            <a:ext cx="3482030" cy="456737"/>
            <a:chOff x="497282" y="2726538"/>
            <a:chExt cx="3482030" cy="456737"/>
          </a:xfrm>
        </p:grpSpPr>
        <p:sp>
          <p:nvSpPr>
            <p:cNvPr id="52" name="TextBox 51">
              <a:extLst>
                <a:ext uri="{FF2B5EF4-FFF2-40B4-BE49-F238E27FC236}">
                  <a16:creationId xmlns:a16="http://schemas.microsoft.com/office/drawing/2014/main" id="{AFDC4BA7-E1B1-39AF-5425-97D46EC3FFA0}"/>
                </a:ext>
              </a:extLst>
            </p:cNvPr>
            <p:cNvSpPr txBox="1"/>
            <p:nvPr/>
          </p:nvSpPr>
          <p:spPr>
            <a:xfrm>
              <a:off x="497282" y="2910860"/>
              <a:ext cx="3482030" cy="272415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fr-CH" sz="1000" dirty="0" err="1"/>
                <a:t>Keep</a:t>
              </a:r>
              <a:r>
                <a:rPr lang="fr-CH" sz="1000" dirty="0"/>
                <a:t> fluctuations </a:t>
              </a:r>
              <a:r>
                <a:rPr lang="fr-CH" sz="1000" dirty="0" err="1"/>
                <a:t>from</a:t>
              </a:r>
              <a:r>
                <a:rPr lang="fr-CH" sz="1000" dirty="0"/>
                <a:t> a signal by </a:t>
              </a:r>
              <a:r>
                <a:rPr lang="fr-CH" sz="1000" dirty="0" err="1"/>
                <a:t>removing</a:t>
              </a:r>
              <a:r>
                <a:rPr lang="fr-CH" sz="1000" dirty="0"/>
                <a:t> </a:t>
              </a:r>
              <a:r>
                <a:rPr lang="fr-CH" sz="1000" dirty="0" err="1"/>
                <a:t>any</a:t>
              </a:r>
              <a:r>
                <a:rPr lang="fr-CH" sz="1000" dirty="0"/>
                <a:t> </a:t>
              </a:r>
              <a:r>
                <a:rPr lang="fr-CH" sz="1000" dirty="0" err="1"/>
                <a:t>linear</a:t>
              </a:r>
              <a:r>
                <a:rPr lang="fr-CH" sz="1000" dirty="0"/>
                <a:t> trend</a:t>
              </a:r>
              <a:endParaRPr lang="en-US" sz="1000" dirty="0"/>
            </a:p>
          </p:txBody>
        </p:sp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A9F5999A-E797-A1FB-8EEB-A743A1414F13}"/>
                </a:ext>
              </a:extLst>
            </p:cNvPr>
            <p:cNvSpPr txBox="1"/>
            <p:nvPr/>
          </p:nvSpPr>
          <p:spPr>
            <a:xfrm>
              <a:off x="1466355" y="2726538"/>
              <a:ext cx="1384461" cy="224939"/>
            </a:xfrm>
            <a:prstGeom prst="roundRect">
              <a:avLst>
                <a:gd name="adj" fmla="val 42994"/>
              </a:avLst>
            </a:prstGeom>
            <a:solidFill>
              <a:schemeClr val="bg1">
                <a:lumMod val="50000"/>
              </a:schemeClr>
            </a:solidFill>
          </p:spPr>
          <p:txBody>
            <a:bodyPr wrap="square" lIns="0" tIns="0" rIns="0" bIns="0" rtlCol="0" anchor="ctr" anchorCtr="0">
              <a:spAutoFit/>
            </a:bodyPr>
            <a:lstStyle/>
            <a:p>
              <a:pPr algn="ctr"/>
              <a:r>
                <a:rPr lang="fr-CH" sz="1100" b="1" dirty="0" err="1">
                  <a:solidFill>
                    <a:schemeClr val="bg1"/>
                  </a:solidFill>
                </a:rPr>
                <a:t>detrend.m</a:t>
              </a:r>
              <a:endParaRPr lang="fr-CH" sz="1100" b="1" dirty="0">
                <a:solidFill>
                  <a:schemeClr val="bg1"/>
                </a:solidFill>
              </a:endParaRPr>
            </a:p>
          </p:txBody>
        </p:sp>
      </p:grpSp>
      <p:sp>
        <p:nvSpPr>
          <p:cNvPr id="49" name="Rectangle 48">
            <a:extLst>
              <a:ext uri="{FF2B5EF4-FFF2-40B4-BE49-F238E27FC236}">
                <a16:creationId xmlns:a16="http://schemas.microsoft.com/office/drawing/2014/main" id="{66DE9FD9-AD72-A396-1680-B4CB68A3843A}"/>
              </a:ext>
            </a:extLst>
          </p:cNvPr>
          <p:cNvSpPr/>
          <p:nvPr/>
        </p:nvSpPr>
        <p:spPr>
          <a:xfrm>
            <a:off x="3616906" y="791335"/>
            <a:ext cx="1520588" cy="635211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CH" sz="1100" b="1" i="1" dirty="0"/>
              <a:t>px0</a:t>
            </a:r>
          </a:p>
          <a:p>
            <a:pPr algn="ctr"/>
            <a:r>
              <a:rPr lang="fr-CH" sz="1100" dirty="0"/>
              <a:t>(</a:t>
            </a:r>
            <a:r>
              <a:rPr lang="fr-CH" sz="1100" dirty="0" err="1"/>
              <a:t>despiked</a:t>
            </a:r>
            <a:r>
              <a:rPr lang="fr-CH" sz="1100" dirty="0"/>
              <a:t> </a:t>
            </a:r>
            <a:r>
              <a:rPr lang="fr-CH" sz="1100" dirty="0" err="1"/>
              <a:t>acceleration</a:t>
            </a:r>
            <a:r>
              <a:rPr lang="fr-CH" sz="1100" dirty="0"/>
              <a:t> </a:t>
            </a:r>
            <a:r>
              <a:rPr lang="fr-CH" sz="1100" dirty="0" err="1"/>
              <a:t>vector</a:t>
            </a:r>
            <a:r>
              <a:rPr lang="fr-CH" sz="1100" dirty="0"/>
              <a:t> in the bin)</a:t>
            </a:r>
          </a:p>
        </p:txBody>
      </p:sp>
      <p:sp>
        <p:nvSpPr>
          <p:cNvPr id="50" name="Arrow: Down 49">
            <a:extLst>
              <a:ext uri="{FF2B5EF4-FFF2-40B4-BE49-F238E27FC236}">
                <a16:creationId xmlns:a16="http://schemas.microsoft.com/office/drawing/2014/main" id="{82BD4B5C-8BCC-D66A-8A6B-2817C0926228}"/>
              </a:ext>
            </a:extLst>
          </p:cNvPr>
          <p:cNvSpPr/>
          <p:nvPr/>
        </p:nvSpPr>
        <p:spPr>
          <a:xfrm rot="4654783">
            <a:off x="3868788" y="923381"/>
            <a:ext cx="191100" cy="2118172"/>
          </a:xfrm>
          <a:prstGeom prst="downArrow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3E11511D-5C22-5F41-CFDC-11BB345A1DB5}"/>
              </a:ext>
            </a:extLst>
          </p:cNvPr>
          <p:cNvSpPr/>
          <p:nvPr/>
        </p:nvSpPr>
        <p:spPr>
          <a:xfrm>
            <a:off x="5217358" y="6146604"/>
            <a:ext cx="1116174" cy="635211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CH" sz="1100" b="1" i="1" dirty="0" err="1"/>
              <a:t>fit_flag_S</a:t>
            </a:r>
            <a:endParaRPr lang="fr-CH" sz="1100" b="1" i="1" dirty="0"/>
          </a:p>
          <a:p>
            <a:pPr algn="ctr"/>
            <a:r>
              <a:rPr lang="fr-CH" sz="1100" dirty="0"/>
              <a:t>(acceptance flag)</a:t>
            </a:r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8A042519-65AF-1E2F-66E4-966883C732A7}"/>
              </a:ext>
            </a:extLst>
          </p:cNvPr>
          <p:cNvSpPr/>
          <p:nvPr/>
        </p:nvSpPr>
        <p:spPr>
          <a:xfrm>
            <a:off x="6386640" y="6146603"/>
            <a:ext cx="1451774" cy="635211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CH" sz="1100" b="1" i="1" dirty="0" err="1"/>
              <a:t>kL</a:t>
            </a:r>
            <a:r>
              <a:rPr lang="fr-CH" sz="1100" b="1" i="1" dirty="0"/>
              <a:t>, </a:t>
            </a:r>
            <a:r>
              <a:rPr lang="fr-CH" sz="1100" b="1" i="1" dirty="0" err="1"/>
              <a:t>kU</a:t>
            </a:r>
            <a:endParaRPr lang="fr-CH" sz="1100" b="1" i="1" dirty="0"/>
          </a:p>
          <a:p>
            <a:pPr algn="ctr"/>
            <a:r>
              <a:rPr lang="fr-CH" sz="1100" dirty="0"/>
              <a:t>(</a:t>
            </a:r>
            <a:r>
              <a:rPr lang="fr-CH" sz="1100" dirty="0" err="1"/>
              <a:t>wavenumber</a:t>
            </a:r>
            <a:r>
              <a:rPr lang="fr-CH" sz="1100" dirty="0"/>
              <a:t> </a:t>
            </a:r>
            <a:r>
              <a:rPr lang="fr-CH" sz="1100" dirty="0" err="1"/>
              <a:t>bounds</a:t>
            </a:r>
            <a:r>
              <a:rPr lang="fr-CH" sz="1100" dirty="0"/>
              <a:t> for </a:t>
            </a:r>
            <a:r>
              <a:rPr lang="fr-CH" sz="1100" dirty="0" err="1"/>
              <a:t>integration</a:t>
            </a:r>
            <a:r>
              <a:rPr lang="fr-CH" sz="1100" dirty="0"/>
              <a:t>)</a:t>
            </a:r>
          </a:p>
        </p:txBody>
      </p:sp>
      <p:sp>
        <p:nvSpPr>
          <p:cNvPr id="56" name="Arrow: Down 55">
            <a:extLst>
              <a:ext uri="{FF2B5EF4-FFF2-40B4-BE49-F238E27FC236}">
                <a16:creationId xmlns:a16="http://schemas.microsoft.com/office/drawing/2014/main" id="{CB4EFA94-7020-C231-DFD8-FAEABE78414D}"/>
              </a:ext>
            </a:extLst>
          </p:cNvPr>
          <p:cNvSpPr/>
          <p:nvPr/>
        </p:nvSpPr>
        <p:spPr>
          <a:xfrm rot="18360429">
            <a:off x="5327166" y="5388876"/>
            <a:ext cx="243740" cy="830212"/>
          </a:xfrm>
          <a:prstGeom prst="downArrow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Arrow: Down 56">
            <a:extLst>
              <a:ext uri="{FF2B5EF4-FFF2-40B4-BE49-F238E27FC236}">
                <a16:creationId xmlns:a16="http://schemas.microsoft.com/office/drawing/2014/main" id="{37C2B4AB-4B17-7C0C-0369-BD071599C310}"/>
              </a:ext>
            </a:extLst>
          </p:cNvPr>
          <p:cNvSpPr/>
          <p:nvPr/>
        </p:nvSpPr>
        <p:spPr>
          <a:xfrm rot="18360429">
            <a:off x="6804657" y="5333480"/>
            <a:ext cx="243740" cy="830212"/>
          </a:xfrm>
          <a:prstGeom prst="downArrow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58" name="Group 57">
            <a:extLst>
              <a:ext uri="{FF2B5EF4-FFF2-40B4-BE49-F238E27FC236}">
                <a16:creationId xmlns:a16="http://schemas.microsoft.com/office/drawing/2014/main" id="{6E2C2AF4-4ABB-1947-E13B-56157F695915}"/>
              </a:ext>
            </a:extLst>
          </p:cNvPr>
          <p:cNvGrpSpPr/>
          <p:nvPr/>
        </p:nvGrpSpPr>
        <p:grpSpPr>
          <a:xfrm>
            <a:off x="6694590" y="2543269"/>
            <a:ext cx="2591012" cy="923360"/>
            <a:chOff x="497283" y="2770693"/>
            <a:chExt cx="2591012" cy="923360"/>
          </a:xfrm>
        </p:grpSpPr>
        <p:sp>
          <p:nvSpPr>
            <p:cNvPr id="59" name="TextBox 58">
              <a:extLst>
                <a:ext uri="{FF2B5EF4-FFF2-40B4-BE49-F238E27FC236}">
                  <a16:creationId xmlns:a16="http://schemas.microsoft.com/office/drawing/2014/main" id="{19DE3AF9-3AF7-7546-7723-6546068C6D21}"/>
                </a:ext>
              </a:extLst>
            </p:cNvPr>
            <p:cNvSpPr txBox="1"/>
            <p:nvPr/>
          </p:nvSpPr>
          <p:spPr>
            <a:xfrm>
              <a:off x="497283" y="2910860"/>
              <a:ext cx="2591012" cy="783193"/>
            </a:xfrm>
            <a:prstGeom prst="round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en-US" sz="1000" dirty="0"/>
                <a:t>Estimate the cross- and auto-spectrum of a matrix (if two shear probes), in spatial or temporal space depending on the frequency put as an argument</a:t>
              </a:r>
            </a:p>
          </p:txBody>
        </p:sp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8516B581-303C-FAD2-E2C1-FB2A3512D031}"/>
                </a:ext>
              </a:extLst>
            </p:cNvPr>
            <p:cNvSpPr txBox="1"/>
            <p:nvPr/>
          </p:nvSpPr>
          <p:spPr>
            <a:xfrm>
              <a:off x="942872" y="2770693"/>
              <a:ext cx="1384461" cy="224939"/>
            </a:xfrm>
            <a:prstGeom prst="roundRect">
              <a:avLst>
                <a:gd name="adj" fmla="val 42994"/>
              </a:avLst>
            </a:prstGeom>
            <a:solidFill>
              <a:schemeClr val="accent6"/>
            </a:solidFill>
          </p:spPr>
          <p:txBody>
            <a:bodyPr wrap="square" lIns="0" tIns="0" rIns="0" bIns="0" rtlCol="0" anchor="ctr" anchorCtr="0">
              <a:spAutoFit/>
            </a:bodyPr>
            <a:lstStyle/>
            <a:p>
              <a:pPr algn="ctr"/>
              <a:r>
                <a:rPr lang="fr-CH" sz="1100" b="1" dirty="0" err="1">
                  <a:solidFill>
                    <a:schemeClr val="bg1"/>
                  </a:solidFill>
                </a:rPr>
                <a:t>csd_matrix_odas.m</a:t>
              </a:r>
              <a:endParaRPr lang="fr-CH" sz="1100" b="1" dirty="0">
                <a:solidFill>
                  <a:schemeClr val="bg1"/>
                </a:solidFill>
              </a:endParaRPr>
            </a:p>
          </p:txBody>
        </p:sp>
      </p:grp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48F45794-9C9A-2391-F17C-F6449FE31450}"/>
              </a:ext>
            </a:extLst>
          </p:cNvPr>
          <p:cNvCxnSpPr>
            <a:cxnSpLocks/>
            <a:stCxn id="52" idx="1"/>
          </p:cNvCxnSpPr>
          <p:nvPr/>
        </p:nvCxnSpPr>
        <p:spPr>
          <a:xfrm flipH="1">
            <a:off x="2523942" y="2267266"/>
            <a:ext cx="2131435" cy="136207"/>
          </a:xfrm>
          <a:prstGeom prst="straightConnector1">
            <a:avLst/>
          </a:prstGeom>
          <a:ln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97CD870D-CFAE-BED3-AF38-4335CBC748C2}"/>
              </a:ext>
            </a:extLst>
          </p:cNvPr>
          <p:cNvCxnSpPr>
            <a:cxnSpLocks/>
            <a:stCxn id="45" idx="1"/>
          </p:cNvCxnSpPr>
          <p:nvPr/>
        </p:nvCxnSpPr>
        <p:spPr>
          <a:xfrm flipH="1" flipV="1">
            <a:off x="2627000" y="2670187"/>
            <a:ext cx="986446" cy="395635"/>
          </a:xfrm>
          <a:prstGeom prst="straightConnector1">
            <a:avLst/>
          </a:prstGeom>
          <a:ln>
            <a:solidFill>
              <a:schemeClr val="accent6"/>
            </a:solidFill>
            <a:tailEnd type="triangle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sp>
        <p:nvSpPr>
          <p:cNvPr id="89" name="Freeform: Shape 88">
            <a:extLst>
              <a:ext uri="{FF2B5EF4-FFF2-40B4-BE49-F238E27FC236}">
                <a16:creationId xmlns:a16="http://schemas.microsoft.com/office/drawing/2014/main" id="{401259E9-2E32-A88E-50E4-3375FE9C4FC4}"/>
              </a:ext>
            </a:extLst>
          </p:cNvPr>
          <p:cNvSpPr/>
          <p:nvPr/>
        </p:nvSpPr>
        <p:spPr>
          <a:xfrm>
            <a:off x="2636660" y="2906114"/>
            <a:ext cx="5195749" cy="618104"/>
          </a:xfrm>
          <a:custGeom>
            <a:avLst/>
            <a:gdLst>
              <a:gd name="csX0" fmla="*/ 3971925 w 3971925"/>
              <a:gd name="csY0" fmla="*/ 0 h 2019300"/>
              <a:gd name="csX1" fmla="*/ 1743075 w 3971925"/>
              <a:gd name="csY1" fmla="*/ 266700 h 2019300"/>
              <a:gd name="csX2" fmla="*/ 0 w 3971925"/>
              <a:gd name="csY2" fmla="*/ 2019300 h 2019300"/>
              <a:gd name="csX0" fmla="*/ 3971925 w 3971925"/>
              <a:gd name="csY0" fmla="*/ 0 h 2019300"/>
              <a:gd name="csX1" fmla="*/ 857250 w 3971925"/>
              <a:gd name="csY1" fmla="*/ 266700 h 2019300"/>
              <a:gd name="csX2" fmla="*/ 0 w 3971925"/>
              <a:gd name="csY2" fmla="*/ 2019300 h 2019300"/>
              <a:gd name="csX0" fmla="*/ 3971925 w 3971925"/>
              <a:gd name="csY0" fmla="*/ 0 h 2019300"/>
              <a:gd name="csX1" fmla="*/ 857250 w 3971925"/>
              <a:gd name="csY1" fmla="*/ 266700 h 2019300"/>
              <a:gd name="csX2" fmla="*/ 0 w 3971925"/>
              <a:gd name="csY2" fmla="*/ 2019300 h 2019300"/>
              <a:gd name="csX0" fmla="*/ 3971925 w 3971925"/>
              <a:gd name="csY0" fmla="*/ 0 h 2019300"/>
              <a:gd name="csX1" fmla="*/ 857250 w 3971925"/>
              <a:gd name="csY1" fmla="*/ 266700 h 2019300"/>
              <a:gd name="csX2" fmla="*/ 0 w 3971925"/>
              <a:gd name="csY2" fmla="*/ 2019300 h 2019300"/>
              <a:gd name="csX0" fmla="*/ 3971925 w 3971925"/>
              <a:gd name="csY0" fmla="*/ 0 h 2019300"/>
              <a:gd name="csX1" fmla="*/ 857250 w 3971925"/>
              <a:gd name="csY1" fmla="*/ 266700 h 2019300"/>
              <a:gd name="csX2" fmla="*/ 0 w 3971925"/>
              <a:gd name="csY2" fmla="*/ 2019300 h 2019300"/>
              <a:gd name="csX0" fmla="*/ 3971925 w 3971925"/>
              <a:gd name="csY0" fmla="*/ 0 h 2019582"/>
              <a:gd name="csX1" fmla="*/ 857250 w 3971925"/>
              <a:gd name="csY1" fmla="*/ 266700 h 2019582"/>
              <a:gd name="csX2" fmla="*/ 0 w 3971925"/>
              <a:gd name="csY2" fmla="*/ 2019300 h 2019582"/>
              <a:gd name="csX0" fmla="*/ 4038600 w 4038600"/>
              <a:gd name="csY0" fmla="*/ 0 h 1943395"/>
              <a:gd name="csX1" fmla="*/ 923925 w 4038600"/>
              <a:gd name="csY1" fmla="*/ 266700 h 1943395"/>
              <a:gd name="csX2" fmla="*/ 0 w 4038600"/>
              <a:gd name="csY2" fmla="*/ 1943100 h 1943395"/>
              <a:gd name="csX0" fmla="*/ 4038600 w 4038600"/>
              <a:gd name="csY0" fmla="*/ 0 h 1943559"/>
              <a:gd name="csX1" fmla="*/ 2097405 w 4038600"/>
              <a:gd name="csY1" fmla="*/ 853440 h 1943559"/>
              <a:gd name="csX2" fmla="*/ 0 w 4038600"/>
              <a:gd name="csY2" fmla="*/ 1943100 h 1943559"/>
              <a:gd name="csX0" fmla="*/ 3870960 w 3870960"/>
              <a:gd name="csY0" fmla="*/ 0 h 1304190"/>
              <a:gd name="csX1" fmla="*/ 1929765 w 3870960"/>
              <a:gd name="csY1" fmla="*/ 853440 h 1304190"/>
              <a:gd name="csX2" fmla="*/ 0 w 3870960"/>
              <a:gd name="csY2" fmla="*/ 1303020 h 1304190"/>
              <a:gd name="csX0" fmla="*/ 3870960 w 3870960"/>
              <a:gd name="csY0" fmla="*/ 0 h 1304190"/>
              <a:gd name="csX1" fmla="*/ 1929765 w 3870960"/>
              <a:gd name="csY1" fmla="*/ 853440 h 1304190"/>
              <a:gd name="csX2" fmla="*/ 0 w 3870960"/>
              <a:gd name="csY2" fmla="*/ 1303020 h 1304190"/>
              <a:gd name="csX0" fmla="*/ 3870960 w 3870960"/>
              <a:gd name="csY0" fmla="*/ 0 h 1304190"/>
              <a:gd name="csX1" fmla="*/ 1929765 w 3870960"/>
              <a:gd name="csY1" fmla="*/ 853440 h 1304190"/>
              <a:gd name="csX2" fmla="*/ 0 w 3870960"/>
              <a:gd name="csY2" fmla="*/ 1303020 h 1304190"/>
              <a:gd name="csX0" fmla="*/ 3870960 w 3870960"/>
              <a:gd name="csY0" fmla="*/ 0 h 1303612"/>
              <a:gd name="csX1" fmla="*/ 3156585 w 3870960"/>
              <a:gd name="csY1" fmla="*/ 449580 h 1303612"/>
              <a:gd name="csX2" fmla="*/ 0 w 3870960"/>
              <a:gd name="csY2" fmla="*/ 1303020 h 1303612"/>
              <a:gd name="csX0" fmla="*/ 3878580 w 3878580"/>
              <a:gd name="csY0" fmla="*/ 0 h 1257927"/>
              <a:gd name="csX1" fmla="*/ 3164205 w 3878580"/>
              <a:gd name="csY1" fmla="*/ 449580 h 1257927"/>
              <a:gd name="csX2" fmla="*/ 0 w 3878580"/>
              <a:gd name="csY2" fmla="*/ 1257300 h 1257927"/>
              <a:gd name="csX0" fmla="*/ 5013960 w 5013960"/>
              <a:gd name="csY0" fmla="*/ 0 h 915528"/>
              <a:gd name="csX1" fmla="*/ 4299585 w 5013960"/>
              <a:gd name="csY1" fmla="*/ 449580 h 915528"/>
              <a:gd name="csX2" fmla="*/ 0 w 5013960"/>
              <a:gd name="csY2" fmla="*/ 914400 h 915528"/>
              <a:gd name="csX0" fmla="*/ 5013960 w 5013960"/>
              <a:gd name="csY0" fmla="*/ 0 h 915009"/>
              <a:gd name="csX1" fmla="*/ 3865245 w 5013960"/>
              <a:gd name="csY1" fmla="*/ 83820 h 915009"/>
              <a:gd name="csX2" fmla="*/ 0 w 5013960"/>
              <a:gd name="csY2" fmla="*/ 914400 h 915009"/>
              <a:gd name="csX0" fmla="*/ 5013960 w 5013960"/>
              <a:gd name="csY0" fmla="*/ 0 h 965809"/>
              <a:gd name="csX1" fmla="*/ 3865245 w 5013960"/>
              <a:gd name="csY1" fmla="*/ 134620 h 965809"/>
              <a:gd name="csX2" fmla="*/ 0 w 5013960"/>
              <a:gd name="csY2" fmla="*/ 965200 h 965809"/>
              <a:gd name="csX0" fmla="*/ 5013960 w 5013960"/>
              <a:gd name="csY0" fmla="*/ 0 h 965898"/>
              <a:gd name="csX1" fmla="*/ 3884295 w 5013960"/>
              <a:gd name="csY1" fmla="*/ 236220 h 965898"/>
              <a:gd name="csX2" fmla="*/ 0 w 5013960"/>
              <a:gd name="csY2" fmla="*/ 965200 h 965898"/>
              <a:gd name="csX0" fmla="*/ 5223510 w 5223510"/>
              <a:gd name="csY0" fmla="*/ 0 h 1204023"/>
              <a:gd name="csX1" fmla="*/ 3884295 w 5223510"/>
              <a:gd name="csY1" fmla="*/ 474345 h 1204023"/>
              <a:gd name="csX2" fmla="*/ 0 w 5223510"/>
              <a:gd name="csY2" fmla="*/ 1203325 h 1204023"/>
              <a:gd name="csX0" fmla="*/ 5842635 w 5842635"/>
              <a:gd name="csY0" fmla="*/ 0 h 1165923"/>
              <a:gd name="csX1" fmla="*/ 3884295 w 5842635"/>
              <a:gd name="csY1" fmla="*/ 436245 h 1165923"/>
              <a:gd name="csX2" fmla="*/ 0 w 5842635"/>
              <a:gd name="csY2" fmla="*/ 1165225 h 1165923"/>
              <a:gd name="csX0" fmla="*/ 5452110 w 5452110"/>
              <a:gd name="csY0" fmla="*/ 0 h 1023048"/>
              <a:gd name="csX1" fmla="*/ 3884295 w 5452110"/>
              <a:gd name="csY1" fmla="*/ 293370 h 1023048"/>
              <a:gd name="csX2" fmla="*/ 0 w 5452110"/>
              <a:gd name="csY2" fmla="*/ 1022350 h 1023048"/>
              <a:gd name="csX0" fmla="*/ 5452110 w 5452110"/>
              <a:gd name="csY0" fmla="*/ 0 h 1023100"/>
              <a:gd name="csX1" fmla="*/ 2836545 w 5452110"/>
              <a:gd name="csY1" fmla="*/ 340995 h 1023100"/>
              <a:gd name="csX2" fmla="*/ 0 w 5452110"/>
              <a:gd name="csY2" fmla="*/ 1022350 h 1023100"/>
              <a:gd name="csX0" fmla="*/ 5452110 w 5452110"/>
              <a:gd name="csY0" fmla="*/ 0 h 1023173"/>
              <a:gd name="csX1" fmla="*/ 1007745 w 5452110"/>
              <a:gd name="csY1" fmla="*/ 398145 h 1023173"/>
              <a:gd name="csX2" fmla="*/ 0 w 5452110"/>
              <a:gd name="csY2" fmla="*/ 1022350 h 1023173"/>
              <a:gd name="csX0" fmla="*/ 5385435 w 5385435"/>
              <a:gd name="csY0" fmla="*/ 0 h 842198"/>
              <a:gd name="csX1" fmla="*/ 1007745 w 5385435"/>
              <a:gd name="csY1" fmla="*/ 217170 h 842198"/>
              <a:gd name="csX2" fmla="*/ 0 w 5385435"/>
              <a:gd name="csY2" fmla="*/ 841375 h 842198"/>
              <a:gd name="csX0" fmla="*/ 6004560 w 6004560"/>
              <a:gd name="csY0" fmla="*/ 758825 h 980356"/>
              <a:gd name="csX1" fmla="*/ 1626870 w 6004560"/>
              <a:gd name="csY1" fmla="*/ 975995 h 980356"/>
              <a:gd name="csX2" fmla="*/ 0 w 6004560"/>
              <a:gd name="csY2" fmla="*/ 0 h 980356"/>
              <a:gd name="csX0" fmla="*/ 5766435 w 5766435"/>
              <a:gd name="csY0" fmla="*/ 454025 h 677262"/>
              <a:gd name="csX1" fmla="*/ 1388745 w 5766435"/>
              <a:gd name="csY1" fmla="*/ 671195 h 677262"/>
              <a:gd name="csX2" fmla="*/ 0 w 5766435"/>
              <a:gd name="csY2" fmla="*/ 0 h 677262"/>
              <a:gd name="csX0" fmla="*/ 5766435 w 5766435"/>
              <a:gd name="csY0" fmla="*/ 454025 h 582857"/>
              <a:gd name="csX1" fmla="*/ 1064895 w 5766435"/>
              <a:gd name="csY1" fmla="*/ 575945 h 582857"/>
              <a:gd name="csX2" fmla="*/ 0 w 5766435"/>
              <a:gd name="csY2" fmla="*/ 0 h 582857"/>
              <a:gd name="csX0" fmla="*/ 5509260 w 5509260"/>
              <a:gd name="csY0" fmla="*/ 606425 h 609291"/>
              <a:gd name="csX1" fmla="*/ 1064895 w 5509260"/>
              <a:gd name="csY1" fmla="*/ 575945 h 609291"/>
              <a:gd name="csX2" fmla="*/ 0 w 5509260"/>
              <a:gd name="csY2" fmla="*/ 0 h 609291"/>
              <a:gd name="csX0" fmla="*/ 5509260 w 5509260"/>
              <a:gd name="csY0" fmla="*/ 606425 h 625610"/>
              <a:gd name="csX1" fmla="*/ 4725399 w 5509260"/>
              <a:gd name="csY1" fmla="*/ 598552 h 625610"/>
              <a:gd name="csX2" fmla="*/ 1064895 w 5509260"/>
              <a:gd name="csY2" fmla="*/ 575945 h 625610"/>
              <a:gd name="csX3" fmla="*/ 0 w 5509260"/>
              <a:gd name="csY3" fmla="*/ 0 h 625610"/>
              <a:gd name="csX0" fmla="*/ 5509260 w 5509260"/>
              <a:gd name="csY0" fmla="*/ 606425 h 618526"/>
              <a:gd name="csX1" fmla="*/ 5001624 w 5509260"/>
              <a:gd name="csY1" fmla="*/ 617602 h 618526"/>
              <a:gd name="csX2" fmla="*/ 1064895 w 5509260"/>
              <a:gd name="csY2" fmla="*/ 575945 h 618526"/>
              <a:gd name="csX3" fmla="*/ 0 w 5509260"/>
              <a:gd name="csY3" fmla="*/ 0 h 618526"/>
              <a:gd name="csX0" fmla="*/ 5194935 w 5353986"/>
              <a:gd name="csY0" fmla="*/ 520700 h 617783"/>
              <a:gd name="csX1" fmla="*/ 5001624 w 5353986"/>
              <a:gd name="csY1" fmla="*/ 617602 h 617783"/>
              <a:gd name="csX2" fmla="*/ 1064895 w 5353986"/>
              <a:gd name="csY2" fmla="*/ 575945 h 617783"/>
              <a:gd name="csX3" fmla="*/ 0 w 5353986"/>
              <a:gd name="csY3" fmla="*/ 0 h 617783"/>
              <a:gd name="csX0" fmla="*/ 5194935 w 5509638"/>
              <a:gd name="csY0" fmla="*/ 520700 h 617783"/>
              <a:gd name="csX1" fmla="*/ 5211174 w 5509638"/>
              <a:gd name="csY1" fmla="*/ 617602 h 617783"/>
              <a:gd name="csX2" fmla="*/ 1064895 w 5509638"/>
              <a:gd name="csY2" fmla="*/ 575945 h 617783"/>
              <a:gd name="csX3" fmla="*/ 0 w 5509638"/>
              <a:gd name="csY3" fmla="*/ 0 h 617783"/>
              <a:gd name="csX0" fmla="*/ 5194935 w 5211174"/>
              <a:gd name="csY0" fmla="*/ 520700 h 618907"/>
              <a:gd name="csX1" fmla="*/ 5211174 w 5211174"/>
              <a:gd name="csY1" fmla="*/ 617602 h 618907"/>
              <a:gd name="csX2" fmla="*/ 1064895 w 5211174"/>
              <a:gd name="csY2" fmla="*/ 575945 h 618907"/>
              <a:gd name="csX3" fmla="*/ 0 w 5211174"/>
              <a:gd name="csY3" fmla="*/ 0 h 618907"/>
              <a:gd name="csX0" fmla="*/ 5194935 w 5211174"/>
              <a:gd name="csY0" fmla="*/ 520700 h 623940"/>
              <a:gd name="csX1" fmla="*/ 5211174 w 5211174"/>
              <a:gd name="csY1" fmla="*/ 617602 h 623940"/>
              <a:gd name="csX2" fmla="*/ 1064895 w 5211174"/>
              <a:gd name="csY2" fmla="*/ 575945 h 623940"/>
              <a:gd name="csX3" fmla="*/ 0 w 5211174"/>
              <a:gd name="csY3" fmla="*/ 0 h 623940"/>
              <a:gd name="csX0" fmla="*/ 5194935 w 5211174"/>
              <a:gd name="csY0" fmla="*/ 520700 h 623940"/>
              <a:gd name="csX1" fmla="*/ 5211174 w 5211174"/>
              <a:gd name="csY1" fmla="*/ 617602 h 623940"/>
              <a:gd name="csX2" fmla="*/ 1064895 w 5211174"/>
              <a:gd name="csY2" fmla="*/ 575945 h 623940"/>
              <a:gd name="csX3" fmla="*/ 0 w 5211174"/>
              <a:gd name="csY3" fmla="*/ 0 h 623940"/>
              <a:gd name="csX0" fmla="*/ 5194935 w 5211174"/>
              <a:gd name="csY0" fmla="*/ 520700 h 623686"/>
              <a:gd name="csX1" fmla="*/ 5211174 w 5211174"/>
              <a:gd name="csY1" fmla="*/ 617602 h 623686"/>
              <a:gd name="csX2" fmla="*/ 1064895 w 5211174"/>
              <a:gd name="csY2" fmla="*/ 575945 h 623686"/>
              <a:gd name="csX3" fmla="*/ 0 w 5211174"/>
              <a:gd name="csY3" fmla="*/ 0 h 623686"/>
              <a:gd name="csX0" fmla="*/ 5194935 w 5211174"/>
              <a:gd name="csY0" fmla="*/ 520700 h 623686"/>
              <a:gd name="csX1" fmla="*/ 5211174 w 5211174"/>
              <a:gd name="csY1" fmla="*/ 617602 h 623686"/>
              <a:gd name="csX2" fmla="*/ 1064895 w 5211174"/>
              <a:gd name="csY2" fmla="*/ 575945 h 623686"/>
              <a:gd name="csX3" fmla="*/ 0 w 5211174"/>
              <a:gd name="csY3" fmla="*/ 0 h 623686"/>
              <a:gd name="csX0" fmla="*/ 5194935 w 5211796"/>
              <a:gd name="csY0" fmla="*/ 520700 h 623686"/>
              <a:gd name="csX1" fmla="*/ 5211174 w 5211796"/>
              <a:gd name="csY1" fmla="*/ 617602 h 623686"/>
              <a:gd name="csX2" fmla="*/ 1064895 w 5211796"/>
              <a:gd name="csY2" fmla="*/ 575945 h 623686"/>
              <a:gd name="csX3" fmla="*/ 0 w 5211796"/>
              <a:gd name="csY3" fmla="*/ 0 h 623686"/>
              <a:gd name="csX0" fmla="*/ 5194935 w 5211796"/>
              <a:gd name="csY0" fmla="*/ 520700 h 618104"/>
              <a:gd name="csX1" fmla="*/ 5211174 w 5211796"/>
              <a:gd name="csY1" fmla="*/ 617602 h 618104"/>
              <a:gd name="csX2" fmla="*/ 1064895 w 5211796"/>
              <a:gd name="csY2" fmla="*/ 575945 h 618104"/>
              <a:gd name="csX3" fmla="*/ 0 w 5211796"/>
              <a:gd name="csY3" fmla="*/ 0 h 618104"/>
              <a:gd name="csX0" fmla="*/ 5194935 w 5195749"/>
              <a:gd name="csY0" fmla="*/ 520700 h 618104"/>
              <a:gd name="csX1" fmla="*/ 5188949 w 5195749"/>
              <a:gd name="csY1" fmla="*/ 617602 h 618104"/>
              <a:gd name="csX2" fmla="*/ 1064895 w 5195749"/>
              <a:gd name="csY2" fmla="*/ 575945 h 618104"/>
              <a:gd name="csX3" fmla="*/ 0 w 5195749"/>
              <a:gd name="csY3" fmla="*/ 0 h 61810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5195749" h="618104">
                <a:moveTo>
                  <a:pt x="5194935" y="520700"/>
                </a:moveTo>
                <a:cubicBezTo>
                  <a:pt x="5197642" y="525738"/>
                  <a:pt x="5193076" y="616332"/>
                  <a:pt x="5188949" y="617602"/>
                </a:cubicBezTo>
                <a:cubicBezTo>
                  <a:pt x="5194331" y="622766"/>
                  <a:pt x="1091263" y="586656"/>
                  <a:pt x="1064895" y="575945"/>
                </a:cubicBezTo>
                <a:cubicBezTo>
                  <a:pt x="1052195" y="585470"/>
                  <a:pt x="28575" y="25400"/>
                  <a:pt x="0" y="0"/>
                </a:cubicBezTo>
              </a:path>
            </a:pathLst>
          </a:custGeom>
          <a:ln w="19050">
            <a:solidFill>
              <a:schemeClr val="accent6"/>
            </a:solidFill>
            <a:headEnd type="none" w="med" len="med"/>
            <a:tailEnd type="triangle" w="med" len="med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90" name="Group 89">
            <a:extLst>
              <a:ext uri="{FF2B5EF4-FFF2-40B4-BE49-F238E27FC236}">
                <a16:creationId xmlns:a16="http://schemas.microsoft.com/office/drawing/2014/main" id="{9CCF472B-CF16-F0B8-AC35-ECF82E6E41C4}"/>
              </a:ext>
            </a:extLst>
          </p:cNvPr>
          <p:cNvGrpSpPr/>
          <p:nvPr/>
        </p:nvGrpSpPr>
        <p:grpSpPr>
          <a:xfrm>
            <a:off x="3613446" y="3531664"/>
            <a:ext cx="5672156" cy="610539"/>
            <a:chOff x="20876" y="2742995"/>
            <a:chExt cx="5672156" cy="610539"/>
          </a:xfrm>
        </p:grpSpPr>
        <p:sp>
          <p:nvSpPr>
            <p:cNvPr id="92" name="TextBox 91">
              <a:extLst>
                <a:ext uri="{FF2B5EF4-FFF2-40B4-BE49-F238E27FC236}">
                  <a16:creationId xmlns:a16="http://schemas.microsoft.com/office/drawing/2014/main" id="{4A93EF31-34B9-BD50-9990-B4721A4555C8}"/>
                </a:ext>
              </a:extLst>
            </p:cNvPr>
            <p:cNvSpPr txBox="1"/>
            <p:nvPr/>
          </p:nvSpPr>
          <p:spPr>
            <a:xfrm>
              <a:off x="20876" y="2910860"/>
              <a:ext cx="5672156" cy="442674"/>
            </a:xfrm>
            <a:prstGeom prst="round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en-US" sz="1000" dirty="0"/>
                <a:t>Remove instrument vibrations (measured by the accelerometers) from the shear spectrum, following the Goodman approach. This function is only used with two shear probes. </a:t>
              </a:r>
            </a:p>
          </p:txBody>
        </p:sp>
        <p:sp>
          <p:nvSpPr>
            <p:cNvPr id="93" name="TextBox 92">
              <a:extLst>
                <a:ext uri="{FF2B5EF4-FFF2-40B4-BE49-F238E27FC236}">
                  <a16:creationId xmlns:a16="http://schemas.microsoft.com/office/drawing/2014/main" id="{3B080E2F-3EF4-E528-D78F-C4B269922426}"/>
                </a:ext>
              </a:extLst>
            </p:cNvPr>
            <p:cNvSpPr txBox="1"/>
            <p:nvPr/>
          </p:nvSpPr>
          <p:spPr>
            <a:xfrm>
              <a:off x="2376380" y="2742995"/>
              <a:ext cx="1384461" cy="224939"/>
            </a:xfrm>
            <a:prstGeom prst="roundRect">
              <a:avLst>
                <a:gd name="adj" fmla="val 42994"/>
              </a:avLst>
            </a:prstGeom>
            <a:solidFill>
              <a:schemeClr val="accent6"/>
            </a:solidFill>
          </p:spPr>
          <p:txBody>
            <a:bodyPr wrap="square" lIns="0" tIns="0" rIns="0" bIns="0" rtlCol="0" anchor="ctr" anchorCtr="0">
              <a:spAutoFit/>
            </a:bodyPr>
            <a:lstStyle/>
            <a:p>
              <a:pPr algn="ctr"/>
              <a:r>
                <a:rPr lang="fr-CH" sz="1100" b="1" dirty="0" err="1">
                  <a:solidFill>
                    <a:schemeClr val="bg1"/>
                  </a:solidFill>
                </a:rPr>
                <a:t>clean_shear_spec.m</a:t>
              </a:r>
              <a:endParaRPr lang="fr-CH" sz="1100" b="1" dirty="0">
                <a:solidFill>
                  <a:schemeClr val="bg1"/>
                </a:solidFill>
              </a:endParaRPr>
            </a:p>
          </p:txBody>
        </p:sp>
      </p:grpSp>
      <p:cxnSp>
        <p:nvCxnSpPr>
          <p:cNvPr id="94" name="Straight Arrow Connector 93">
            <a:extLst>
              <a:ext uri="{FF2B5EF4-FFF2-40B4-BE49-F238E27FC236}">
                <a16:creationId xmlns:a16="http://schemas.microsoft.com/office/drawing/2014/main" id="{16AE8B28-79E8-20FC-F5CA-FC889F8C614A}"/>
              </a:ext>
            </a:extLst>
          </p:cNvPr>
          <p:cNvCxnSpPr>
            <a:cxnSpLocks/>
            <a:stCxn id="92" idx="1"/>
          </p:cNvCxnSpPr>
          <p:nvPr/>
        </p:nvCxnSpPr>
        <p:spPr>
          <a:xfrm flipH="1" flipV="1">
            <a:off x="2195970" y="3166277"/>
            <a:ext cx="1417476" cy="754589"/>
          </a:xfrm>
          <a:prstGeom prst="straightConnector1">
            <a:avLst/>
          </a:prstGeom>
          <a:ln>
            <a:solidFill>
              <a:schemeClr val="accent6"/>
            </a:solidFill>
            <a:tailEnd type="triangle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0336071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ED66CB-590E-1FCC-9A0F-D74ABCF82E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CAEA95D1-1E27-B982-EB6C-DEC5227AEFCC}"/>
              </a:ext>
            </a:extLst>
          </p:cNvPr>
          <p:cNvGrpSpPr/>
          <p:nvPr/>
        </p:nvGrpSpPr>
        <p:grpSpPr>
          <a:xfrm>
            <a:off x="185702" y="2011748"/>
            <a:ext cx="2649268" cy="3167988"/>
            <a:chOff x="651987" y="2687779"/>
            <a:chExt cx="2649268" cy="2892769"/>
          </a:xfrm>
        </p:grpSpPr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44FA8A77-187A-401C-E3A0-F1D618A7DC1F}"/>
                    </a:ext>
                  </a:extLst>
                </p:cNvPr>
                <p:cNvSpPr txBox="1"/>
                <p:nvPr/>
              </p:nvSpPr>
              <p:spPr>
                <a:xfrm>
                  <a:off x="651987" y="2815771"/>
                  <a:ext cx="2649268" cy="2764777"/>
                </a:xfrm>
                <a:prstGeom prst="roundRect">
                  <a:avLst/>
                </a:prstGeom>
                <a:solidFill>
                  <a:schemeClr val="accent2">
                    <a:lumMod val="20000"/>
                    <a:lumOff val="80000"/>
                  </a:schemeClr>
                </a:solidFill>
              </p:spPr>
              <p:txBody>
                <a:bodyPr wrap="square" rtlCol="0">
                  <a:spAutoFit/>
                </a:bodyPr>
                <a:lstStyle/>
                <a:p>
                  <a:pPr marL="312738" indent="-312738">
                    <a:spcAft>
                      <a:spcPts val="600"/>
                    </a:spcAft>
                    <a:buFont typeface="+mj-lt"/>
                    <a:buAutoNum type="alphaLcPeriod"/>
                  </a:pPr>
                  <a:r>
                    <a:rPr lang="fr-CH" sz="1000" dirty="0"/>
                    <a:t>Detrend the </a:t>
                  </a:r>
                  <a:r>
                    <a:rPr lang="fr-CH" sz="1000" dirty="0" err="1"/>
                    <a:t>temperature</a:t>
                  </a:r>
                  <a:r>
                    <a:rPr lang="fr-CH" sz="1000" dirty="0"/>
                    <a:t> gradient</a:t>
                  </a:r>
                </a:p>
                <a:p>
                  <a:pPr marL="312738" indent="-312738">
                    <a:spcAft>
                      <a:spcPts val="600"/>
                    </a:spcAft>
                    <a:buFont typeface="+mj-lt"/>
                    <a:buAutoNum type="alphaLcPeriod"/>
                  </a:pPr>
                  <a:r>
                    <a:rPr lang="fr-CH" sz="1000" dirty="0" err="1"/>
                    <a:t>Compute</a:t>
                  </a:r>
                  <a:r>
                    <a:rPr lang="fr-CH" sz="1000" dirty="0"/>
                    <a:t> the segment-</a:t>
                  </a:r>
                  <a:r>
                    <a:rPr lang="fr-CH" sz="1000" dirty="0" err="1"/>
                    <a:t>averaged</a:t>
                  </a:r>
                  <a:r>
                    <a:rPr lang="fr-CH" sz="1000" dirty="0"/>
                    <a:t> power spectral </a:t>
                  </a:r>
                  <a:r>
                    <a:rPr lang="fr-CH" sz="1000" dirty="0" err="1"/>
                    <a:t>density</a:t>
                  </a:r>
                  <a:r>
                    <a:rPr lang="fr-CH" sz="1000" dirty="0"/>
                    <a:t> (auto </a:t>
                  </a:r>
                  <a:r>
                    <a:rPr lang="fr-CH" sz="1000" dirty="0" err="1"/>
                    <a:t>spectrum</a:t>
                  </a:r>
                  <a:r>
                    <a:rPr lang="fr-CH" sz="1000" dirty="0"/>
                    <a:t>) </a:t>
                  </a:r>
                  <a:r>
                    <a:rPr lang="fr-CH" sz="1000" dirty="0" err="1"/>
                    <a:t>using</a:t>
                  </a:r>
                  <a:r>
                    <a:rPr lang="fr-CH" sz="1000" dirty="0"/>
                    <a:t> the temporal </a:t>
                  </a:r>
                  <a:r>
                    <a:rPr lang="fr-CH" sz="1000" dirty="0" err="1"/>
                    <a:t>frequency</a:t>
                  </a:r>
                  <a:endParaRPr lang="fr-CH" sz="1000" dirty="0"/>
                </a:p>
                <a:p>
                  <a:pPr marL="312738" indent="-312738">
                    <a:spcAft>
                      <a:spcPts val="600"/>
                    </a:spcAft>
                    <a:buFont typeface="+mj-lt"/>
                    <a:buAutoNum type="alphaLcPeriod"/>
                  </a:pPr>
                  <a:r>
                    <a:rPr lang="fr-CH" sz="1000" dirty="0"/>
                    <a:t>Conversion to </a:t>
                  </a:r>
                  <a:r>
                    <a:rPr lang="fr-CH" sz="1000" dirty="0" err="1"/>
                    <a:t>wavenumber</a:t>
                  </a:r>
                  <a:r>
                    <a:rPr lang="fr-CH" sz="1000" dirty="0"/>
                    <a:t> </a:t>
                  </a:r>
                  <a:r>
                    <a:rPr lang="fr-CH" sz="1000" dirty="0" err="1"/>
                    <a:t>spectrum</a:t>
                  </a:r>
                  <a:endParaRPr lang="fr-CH" sz="1000" dirty="0"/>
                </a:p>
                <a:p>
                  <a:pPr marL="312738" indent="-312738">
                    <a:spcAft>
                      <a:spcPts val="600"/>
                    </a:spcAft>
                    <a:buFont typeface="+mj-lt"/>
                    <a:buAutoNum type="alphaLcPeriod"/>
                  </a:pPr>
                  <a:r>
                    <a:rPr lang="fr-CH" sz="1000" dirty="0"/>
                    <a:t>Time </a:t>
                  </a:r>
                  <a:r>
                    <a:rPr lang="fr-CH" sz="1000" dirty="0" err="1"/>
                    <a:t>response</a:t>
                  </a:r>
                  <a:r>
                    <a:rPr lang="fr-CH" sz="1000" dirty="0"/>
                    <a:t> correction </a:t>
                  </a:r>
                </a:p>
                <a:p>
                  <a:pPr marL="312738" indent="-312738">
                    <a:spcAft>
                      <a:spcPts val="600"/>
                    </a:spcAft>
                    <a:buFont typeface="+mj-lt"/>
                    <a:buAutoNum type="alphaLcPeriod"/>
                  </a:pPr>
                  <a:r>
                    <a:rPr lang="fr-CH" sz="1000" dirty="0"/>
                    <a:t>Noise </a:t>
                  </a:r>
                  <a:r>
                    <a:rPr lang="fr-CH" sz="1000" dirty="0" err="1"/>
                    <a:t>spectrum</a:t>
                  </a:r>
                  <a:r>
                    <a:rPr lang="fr-CH" sz="1000" dirty="0"/>
                    <a:t> computation</a:t>
                  </a:r>
                </a:p>
                <a:p>
                  <a:pPr marL="312738" indent="-312738">
                    <a:spcAft>
                      <a:spcPts val="600"/>
                    </a:spcAft>
                    <a:buFont typeface="+mj-lt"/>
                    <a:buAutoNum type="alphaLcPeriod"/>
                  </a:pPr>
                  <a:r>
                    <a:rPr lang="fr-CH" sz="1000" dirty="0" err="1"/>
                    <a:t>Calculate</a:t>
                  </a:r>
                  <a:r>
                    <a:rPr lang="fr-CH" sz="1000" dirty="0"/>
                    <a:t>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fr-CH" sz="1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CH" sz="1000" b="0" i="1" smtClean="0">
                              <a:latin typeface="Cambria Math" panose="02040503050406030204" pitchFamily="18" charset="0"/>
                            </a:rPr>
                            <m:t>𝜒</m:t>
                          </m:r>
                        </m:e>
                        <m:sub>
                          <m:r>
                            <a:rPr lang="fr-CH" sz="1000" b="0" i="1" smtClean="0">
                              <a:latin typeface="Cambria Math" panose="02040503050406030204" pitchFamily="18" charset="0"/>
                            </a:rPr>
                            <m:t>𝑆𝑇</m:t>
                          </m:r>
                        </m:sub>
                      </m:sSub>
                    </m:oMath>
                  </a14:m>
                  <a:r>
                    <a:rPr lang="fr-CH" sz="1000" dirty="0"/>
                    <a:t> by </a:t>
                  </a:r>
                  <a:r>
                    <a:rPr lang="fr-CH" sz="1000" dirty="0" err="1"/>
                    <a:t>integration</a:t>
                  </a:r>
                  <a:endParaRPr lang="fr-CH" sz="1000" dirty="0"/>
                </a:p>
                <a:p>
                  <a:pPr marL="312738" indent="-312738">
                    <a:spcAft>
                      <a:spcPts val="600"/>
                    </a:spcAft>
                    <a:buFont typeface="+mj-lt"/>
                    <a:buAutoNum type="alphaLcPeriod"/>
                  </a:pPr>
                  <a:r>
                    <a:rPr lang="fr-CH" sz="1000" dirty="0" err="1"/>
                    <a:t>Calculate</a:t>
                  </a:r>
                  <a:r>
                    <a:rPr lang="fr-CH" sz="1000" dirty="0"/>
                    <a:t>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fr-CH" sz="1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CH" sz="1000" i="1">
                              <a:latin typeface="Cambria Math" panose="02040503050406030204" pitchFamily="18" charset="0"/>
                            </a:rPr>
                            <m:t>𝜒</m:t>
                          </m:r>
                        </m:e>
                        <m:sub>
                          <m:r>
                            <a:rPr lang="fr-CH" sz="1000" i="1">
                              <a:latin typeface="Cambria Math" panose="02040503050406030204" pitchFamily="18" charset="0"/>
                            </a:rPr>
                            <m:t>𝑇</m:t>
                          </m:r>
                        </m:sub>
                      </m:sSub>
                      <m:r>
                        <a:rPr lang="fr-CH" sz="1000" i="1">
                          <a:latin typeface="Cambria Math" panose="02040503050406030204" pitchFamily="18" charset="0"/>
                        </a:rPr>
                        <m:t> </m:t>
                      </m:r>
                    </m:oMath>
                  </a14:m>
                  <a:r>
                    <a:rPr lang="fr-CH" sz="1000" dirty="0"/>
                    <a:t>and </a:t>
                  </a:r>
                  <a14:m>
                    <m:oMath xmlns:m="http://schemas.openxmlformats.org/officeDocument/2006/math">
                      <m:r>
                        <a:rPr lang="fr-CH" sz="1000" i="1">
                          <a:latin typeface="Cambria Math" panose="02040503050406030204" pitchFamily="18" charset="0"/>
                        </a:rPr>
                        <m:t>𝜀</m:t>
                      </m:r>
                    </m:oMath>
                  </a14:m>
                  <a:r>
                    <a:rPr lang="fr-CH" sz="1000" dirty="0"/>
                    <a:t> with spectral fit </a:t>
                  </a:r>
                </a:p>
                <a:p>
                  <a:pPr marL="312738" indent="-312738">
                    <a:spcAft>
                      <a:spcPts val="600"/>
                    </a:spcAft>
                    <a:buFont typeface="+mj-lt"/>
                    <a:buAutoNum type="alphaLcPeriod"/>
                  </a:pPr>
                  <a:r>
                    <a:rPr lang="fr-CH" sz="1000" dirty="0" err="1"/>
                    <a:t>Quality</a:t>
                  </a:r>
                  <a:r>
                    <a:rPr lang="fr-CH" sz="1000" dirty="0"/>
                    <a:t> </a:t>
                  </a:r>
                  <a:r>
                    <a:rPr lang="fr-CH" sz="1000" dirty="0" err="1"/>
                    <a:t>metrics</a:t>
                  </a:r>
                  <a:r>
                    <a:rPr lang="fr-CH" sz="1000" dirty="0"/>
                    <a:t> (MAD, LR, </a:t>
                  </a:r>
                  <a:r>
                    <a:rPr lang="fr-CH" sz="1000" dirty="0" err="1"/>
                    <a:t>wavenumbers</a:t>
                  </a:r>
                  <a:r>
                    <a:rPr lang="fr-CH" sz="1000" dirty="0"/>
                    <a:t>)</a:t>
                  </a:r>
                </a:p>
              </p:txBody>
            </p:sp>
          </mc:Choice>
          <mc:Fallback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44FA8A77-187A-401C-E3A0-F1D618A7DC1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1987" y="2815771"/>
                  <a:ext cx="2649268" cy="2764777"/>
                </a:xfrm>
                <a:prstGeom prst="roundRect">
                  <a:avLst/>
                </a:prstGeom>
                <a:blipFill>
                  <a:blip r:embed="rId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DA2C9D9F-7F14-71F4-B135-6D89A3F9ADAF}"/>
                </a:ext>
              </a:extLst>
            </p:cNvPr>
            <p:cNvSpPr txBox="1"/>
            <p:nvPr/>
          </p:nvSpPr>
          <p:spPr>
            <a:xfrm>
              <a:off x="1190297" y="2687779"/>
              <a:ext cx="1684814" cy="205398"/>
            </a:xfrm>
            <a:prstGeom prst="roundRect">
              <a:avLst>
                <a:gd name="adj" fmla="val 42994"/>
              </a:avLst>
            </a:prstGeom>
            <a:solidFill>
              <a:schemeClr val="accent2"/>
            </a:solidFill>
          </p:spPr>
          <p:txBody>
            <a:bodyPr wrap="square" lIns="0" tIns="0" rIns="0" bIns="0" rtlCol="0" anchor="ctr" anchorCtr="0">
              <a:spAutoFit/>
            </a:bodyPr>
            <a:lstStyle/>
            <a:p>
              <a:pPr algn="ctr"/>
              <a:r>
                <a:rPr lang="fr-CH" sz="1100" b="1" dirty="0" err="1">
                  <a:solidFill>
                    <a:schemeClr val="bg1"/>
                  </a:solidFill>
                </a:rPr>
                <a:t>gradT_dis_spec.m</a:t>
              </a:r>
              <a:endParaRPr lang="fr-CH" sz="1100" b="1" dirty="0">
                <a:solidFill>
                  <a:schemeClr val="bg1"/>
                </a:solidFill>
              </a:endParaRPr>
            </a:p>
          </p:txBody>
        </p:sp>
      </p:grp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5C022FCF-A624-4715-AA49-0D16ADA290D1}"/>
              </a:ext>
            </a:extLst>
          </p:cNvPr>
          <p:cNvSpPr/>
          <p:nvPr/>
        </p:nvSpPr>
        <p:spPr>
          <a:xfrm>
            <a:off x="81720" y="210749"/>
            <a:ext cx="158630" cy="130969"/>
          </a:xfrm>
          <a:prstGeom prst="round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245A652-A6BC-6200-4E15-20CFAE50F4E3}"/>
              </a:ext>
            </a:extLst>
          </p:cNvPr>
          <p:cNvSpPr txBox="1"/>
          <p:nvPr/>
        </p:nvSpPr>
        <p:spPr>
          <a:xfrm>
            <a:off x="240350" y="173705"/>
            <a:ext cx="182723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H" sz="1000" dirty="0"/>
              <a:t>Matlab </a:t>
            </a:r>
            <a:r>
              <a:rPr lang="fr-CH" sz="1000" dirty="0" err="1"/>
              <a:t>built-in</a:t>
            </a:r>
            <a:r>
              <a:rPr lang="fr-CH" sz="1000" dirty="0"/>
              <a:t> </a:t>
            </a:r>
            <a:r>
              <a:rPr lang="fr-CH" sz="1000" dirty="0" err="1"/>
              <a:t>functions</a:t>
            </a:r>
            <a:endParaRPr lang="en-US" sz="1000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92E629D-FF30-9A34-D015-1EF7C65455D6}"/>
              </a:ext>
            </a:extLst>
          </p:cNvPr>
          <p:cNvSpPr/>
          <p:nvPr/>
        </p:nvSpPr>
        <p:spPr>
          <a:xfrm>
            <a:off x="81720" y="55261"/>
            <a:ext cx="158630" cy="130969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E7CD959-CE88-08D7-A561-94C7D0F3C819}"/>
              </a:ext>
            </a:extLst>
          </p:cNvPr>
          <p:cNvSpPr txBox="1"/>
          <p:nvPr/>
        </p:nvSpPr>
        <p:spPr>
          <a:xfrm>
            <a:off x="240350" y="-8926"/>
            <a:ext cx="133111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H" sz="1000" dirty="0"/>
              <a:t>Input/output data</a:t>
            </a:r>
            <a:endParaRPr lang="en-US" sz="1000" dirty="0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1F354D76-7C61-0BF3-AA07-C31FBAA1538F}"/>
              </a:ext>
            </a:extLst>
          </p:cNvPr>
          <p:cNvSpPr/>
          <p:nvPr/>
        </p:nvSpPr>
        <p:spPr>
          <a:xfrm>
            <a:off x="81720" y="382142"/>
            <a:ext cx="158630" cy="130969"/>
          </a:xfrm>
          <a:prstGeom prst="round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43A6D71-36AC-C359-5AA7-3F1C21F5070D}"/>
              </a:ext>
            </a:extLst>
          </p:cNvPr>
          <p:cNvSpPr txBox="1"/>
          <p:nvPr/>
        </p:nvSpPr>
        <p:spPr>
          <a:xfrm>
            <a:off x="240349" y="324515"/>
            <a:ext cx="278622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H" sz="1000" dirty="0" err="1"/>
              <a:t>Customized</a:t>
            </a:r>
            <a:r>
              <a:rPr lang="fr-CH" sz="1000" dirty="0"/>
              <a:t> scripts in </a:t>
            </a:r>
            <a:r>
              <a:rPr lang="fr-CH" sz="1000" i="1" dirty="0"/>
              <a:t>microstructure</a:t>
            </a:r>
            <a:r>
              <a:rPr lang="fr-CH" sz="1000" dirty="0"/>
              <a:t> folder </a:t>
            </a:r>
            <a:endParaRPr lang="en-US" sz="1000" dirty="0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DE2C5991-F7EF-23C4-8951-E51C05090BD9}"/>
              </a:ext>
            </a:extLst>
          </p:cNvPr>
          <p:cNvSpPr/>
          <p:nvPr/>
        </p:nvSpPr>
        <p:spPr>
          <a:xfrm>
            <a:off x="81720" y="553535"/>
            <a:ext cx="158630" cy="130969"/>
          </a:xfrm>
          <a:prstGeom prst="round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BBCDF21-37D5-1BC2-A9AB-193B94C94DE1}"/>
              </a:ext>
            </a:extLst>
          </p:cNvPr>
          <p:cNvSpPr txBox="1"/>
          <p:nvPr/>
        </p:nvSpPr>
        <p:spPr>
          <a:xfrm>
            <a:off x="240349" y="503415"/>
            <a:ext cx="278622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H" sz="1000" dirty="0"/>
              <a:t>ODAS scripts</a:t>
            </a:r>
            <a:endParaRPr lang="en-US" sz="1000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AC0B2B0-F5ED-3ED7-459E-6998220EEDA6}"/>
              </a:ext>
            </a:extLst>
          </p:cNvPr>
          <p:cNvSpPr/>
          <p:nvPr/>
        </p:nvSpPr>
        <p:spPr>
          <a:xfrm>
            <a:off x="44959" y="791335"/>
            <a:ext cx="1520587" cy="635211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CH" sz="1100" b="1" i="1" dirty="0" err="1"/>
              <a:t>pres</a:t>
            </a:r>
            <a:r>
              <a:rPr lang="fr-CH" sz="1100" b="1" i="1" dirty="0"/>
              <a:t> </a:t>
            </a:r>
          </a:p>
          <a:p>
            <a:pPr algn="ctr"/>
            <a:r>
              <a:rPr lang="fr-CH" sz="1100" dirty="0"/>
              <a:t>(pressure </a:t>
            </a:r>
            <a:r>
              <a:rPr lang="fr-CH" sz="1100" dirty="0" err="1"/>
              <a:t>vector</a:t>
            </a:r>
            <a:r>
              <a:rPr lang="fr-CH" sz="1100" dirty="0"/>
              <a:t> in the bin)</a:t>
            </a:r>
          </a:p>
        </p:txBody>
      </p:sp>
      <p:sp>
        <p:nvSpPr>
          <p:cNvPr id="14" name="Arrow: Down 13">
            <a:extLst>
              <a:ext uri="{FF2B5EF4-FFF2-40B4-BE49-F238E27FC236}">
                <a16:creationId xmlns:a16="http://schemas.microsoft.com/office/drawing/2014/main" id="{C05E3AB6-2813-888A-6226-4A90E268703E}"/>
              </a:ext>
            </a:extLst>
          </p:cNvPr>
          <p:cNvSpPr/>
          <p:nvPr/>
        </p:nvSpPr>
        <p:spPr>
          <a:xfrm rot="20255145">
            <a:off x="837382" y="1498274"/>
            <a:ext cx="200025" cy="436465"/>
          </a:xfrm>
          <a:prstGeom prst="downArrow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117BFA22-F58D-E314-3259-0044112B134A}"/>
              </a:ext>
            </a:extLst>
          </p:cNvPr>
          <p:cNvSpPr/>
          <p:nvPr/>
        </p:nvSpPr>
        <p:spPr>
          <a:xfrm>
            <a:off x="1622264" y="747977"/>
            <a:ext cx="1926079" cy="702064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CH" sz="1100" b="1" i="1" dirty="0"/>
              <a:t>x0</a:t>
            </a:r>
          </a:p>
          <a:p>
            <a:pPr algn="ctr"/>
            <a:r>
              <a:rPr lang="fr-CH" sz="1100" dirty="0"/>
              <a:t>(</a:t>
            </a:r>
            <a:r>
              <a:rPr lang="fr-CH" sz="1100" dirty="0" err="1"/>
              <a:t>temperature</a:t>
            </a:r>
            <a:r>
              <a:rPr lang="fr-CH" sz="1100" dirty="0"/>
              <a:t> gradient </a:t>
            </a:r>
            <a:r>
              <a:rPr lang="fr-CH" sz="1100" dirty="0" err="1"/>
              <a:t>vector</a:t>
            </a:r>
            <a:r>
              <a:rPr lang="fr-CH" sz="1100" dirty="0"/>
              <a:t>/matrix in the bin</a:t>
            </a:r>
            <a:r>
              <a:rPr lang="fr-CH" sz="1100" i="1" dirty="0"/>
              <a:t>)</a:t>
            </a:r>
            <a:endParaRPr lang="fr-CH" sz="1100" dirty="0"/>
          </a:p>
        </p:txBody>
      </p:sp>
      <p:sp>
        <p:nvSpPr>
          <p:cNvPr id="16" name="Arrow: Down 15">
            <a:extLst>
              <a:ext uri="{FF2B5EF4-FFF2-40B4-BE49-F238E27FC236}">
                <a16:creationId xmlns:a16="http://schemas.microsoft.com/office/drawing/2014/main" id="{AE88B240-34B9-DE8C-4266-F15327D4A4DC}"/>
              </a:ext>
            </a:extLst>
          </p:cNvPr>
          <p:cNvSpPr/>
          <p:nvPr/>
        </p:nvSpPr>
        <p:spPr>
          <a:xfrm rot="2459619">
            <a:off x="1841605" y="1501641"/>
            <a:ext cx="200025" cy="436465"/>
          </a:xfrm>
          <a:prstGeom prst="downArrow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FF6D4A5B-5534-7109-E470-5F87D962B709}"/>
              </a:ext>
            </a:extLst>
          </p:cNvPr>
          <p:cNvSpPr/>
          <p:nvPr/>
        </p:nvSpPr>
        <p:spPr>
          <a:xfrm>
            <a:off x="3764189" y="728614"/>
            <a:ext cx="1520587" cy="90015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CH" sz="1100" dirty="0" err="1"/>
              <a:t>Other</a:t>
            </a:r>
            <a:r>
              <a:rPr lang="fr-CH" sz="1100" dirty="0"/>
              <a:t> arguments (</a:t>
            </a:r>
            <a:r>
              <a:rPr lang="fr-CH" sz="1100" dirty="0" err="1"/>
              <a:t>wavenumbers</a:t>
            </a:r>
            <a:r>
              <a:rPr lang="fr-CH" sz="1100" dirty="0"/>
              <a:t> for </a:t>
            </a:r>
            <a:r>
              <a:rPr lang="fr-CH" sz="1100" dirty="0" err="1"/>
              <a:t>integration</a:t>
            </a:r>
            <a:r>
              <a:rPr lang="fr-CH" sz="1100" dirty="0"/>
              <a:t>, FFT </a:t>
            </a:r>
            <a:r>
              <a:rPr lang="fr-CH" sz="1100" dirty="0" err="1"/>
              <a:t>parameters</a:t>
            </a:r>
            <a:r>
              <a:rPr lang="fr-CH" sz="1100" dirty="0"/>
              <a:t>, plot options, etc.)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9023C678-0614-1CCC-8181-2E09CE19C7D4}"/>
              </a:ext>
            </a:extLst>
          </p:cNvPr>
          <p:cNvSpPr/>
          <p:nvPr/>
        </p:nvSpPr>
        <p:spPr>
          <a:xfrm>
            <a:off x="2214969" y="6066130"/>
            <a:ext cx="1116174" cy="635211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CH" sz="1100" b="1" i="1" dirty="0" err="1"/>
              <a:t>MADc</a:t>
            </a:r>
            <a:endParaRPr lang="fr-CH" sz="1100" b="1" i="1" dirty="0"/>
          </a:p>
          <a:p>
            <a:pPr algn="ctr"/>
            <a:r>
              <a:rPr lang="fr-CH" sz="1100" dirty="0"/>
              <a:t>(MAD </a:t>
            </a:r>
            <a:r>
              <a:rPr lang="fr-CH" sz="1100" dirty="0" err="1"/>
              <a:t>threshold</a:t>
            </a:r>
            <a:r>
              <a:rPr lang="fr-CH" sz="1100" dirty="0"/>
              <a:t>)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4F71B08C-DAC9-0E89-081D-19802D158365}"/>
              </a:ext>
            </a:extLst>
          </p:cNvPr>
          <p:cNvSpPr/>
          <p:nvPr/>
        </p:nvSpPr>
        <p:spPr>
          <a:xfrm>
            <a:off x="7621988" y="4138941"/>
            <a:ext cx="1848109" cy="752288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CH" sz="1100" b="1" i="1" dirty="0" err="1"/>
              <a:t>eps_T</a:t>
            </a:r>
            <a:endParaRPr lang="fr-CH" sz="1100" b="1" i="1" dirty="0"/>
          </a:p>
          <a:p>
            <a:pPr algn="ctr"/>
            <a:r>
              <a:rPr lang="fr-CH" sz="1100" dirty="0"/>
              <a:t>(bin-</a:t>
            </a:r>
            <a:r>
              <a:rPr lang="fr-CH" sz="1100" dirty="0" err="1"/>
              <a:t>averaged</a:t>
            </a:r>
            <a:r>
              <a:rPr lang="fr-CH" sz="1100" dirty="0"/>
              <a:t> TKE dissipation rate </a:t>
            </a:r>
            <a:r>
              <a:rPr lang="fr-CH" sz="1100" dirty="0" err="1"/>
              <a:t>from</a:t>
            </a:r>
            <a:r>
              <a:rPr lang="fr-CH" sz="1100" dirty="0"/>
              <a:t> spectral </a:t>
            </a:r>
            <a:r>
              <a:rPr lang="fr-CH" sz="1100" dirty="0" err="1"/>
              <a:t>fitting</a:t>
            </a:r>
            <a:r>
              <a:rPr lang="fr-CH" sz="1100" dirty="0"/>
              <a:t>)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3E90DE97-C6B4-BC89-DEEC-FCBEEA4E78A6}"/>
              </a:ext>
            </a:extLst>
          </p:cNvPr>
          <p:cNvSpPr/>
          <p:nvPr/>
        </p:nvSpPr>
        <p:spPr>
          <a:xfrm>
            <a:off x="229528" y="6071071"/>
            <a:ext cx="1917965" cy="635211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CH" sz="1100" b="1" i="1" dirty="0"/>
              <a:t>MAD_T</a:t>
            </a:r>
          </a:p>
          <a:p>
            <a:pPr algn="ctr"/>
            <a:r>
              <a:rPr lang="fr-CH" sz="1100" dirty="0"/>
              <a:t>(</a:t>
            </a:r>
            <a:r>
              <a:rPr lang="en-US" sz="1100" dirty="0"/>
              <a:t>Mean Absolute Deviation between observed and empirical spectra</a:t>
            </a:r>
            <a:r>
              <a:rPr lang="fr-CH" sz="1100" dirty="0"/>
              <a:t>)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7B96278B-EF2F-1AEC-0D7C-F45AEC0CD991}"/>
              </a:ext>
            </a:extLst>
          </p:cNvPr>
          <p:cNvSpPr txBox="1"/>
          <p:nvPr/>
        </p:nvSpPr>
        <p:spPr>
          <a:xfrm>
            <a:off x="3289622" y="130374"/>
            <a:ext cx="599598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H" sz="1400" b="1" dirty="0"/>
              <a:t>Details of STEP II.8.G – </a:t>
            </a:r>
            <a:r>
              <a:rPr lang="fr-CH" sz="1400" b="1" dirty="0" err="1"/>
              <a:t>Temperature-derived</a:t>
            </a:r>
            <a:r>
              <a:rPr lang="fr-CH" sz="1400" b="1" dirty="0"/>
              <a:t> turbulence (for </a:t>
            </a:r>
            <a:r>
              <a:rPr lang="fr-CH" sz="1400" b="1" dirty="0" err="1"/>
              <a:t>each</a:t>
            </a:r>
            <a:r>
              <a:rPr lang="fr-CH" sz="1400" b="1" dirty="0"/>
              <a:t> bin </a:t>
            </a:r>
            <a:r>
              <a:rPr lang="fr-CH" sz="1400" b="1" i="1" dirty="0"/>
              <a:t>i</a:t>
            </a:r>
            <a:r>
              <a:rPr lang="fr-CH" sz="1400" b="1" dirty="0"/>
              <a:t>):</a:t>
            </a:r>
            <a:endParaRPr lang="en-US" sz="1400" b="1" dirty="0"/>
          </a:p>
        </p:txBody>
      </p:sp>
      <p:sp>
        <p:nvSpPr>
          <p:cNvPr id="25" name="Arrow: Down 24">
            <a:extLst>
              <a:ext uri="{FF2B5EF4-FFF2-40B4-BE49-F238E27FC236}">
                <a16:creationId xmlns:a16="http://schemas.microsoft.com/office/drawing/2014/main" id="{74F3ACDC-C520-A030-5CA5-1EED261E103C}"/>
              </a:ext>
            </a:extLst>
          </p:cNvPr>
          <p:cNvSpPr/>
          <p:nvPr/>
        </p:nvSpPr>
        <p:spPr>
          <a:xfrm rot="18360429">
            <a:off x="3426472" y="4021611"/>
            <a:ext cx="243740" cy="1207635"/>
          </a:xfrm>
          <a:prstGeom prst="downArrow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44" name="Group 43">
            <a:extLst>
              <a:ext uri="{FF2B5EF4-FFF2-40B4-BE49-F238E27FC236}">
                <a16:creationId xmlns:a16="http://schemas.microsoft.com/office/drawing/2014/main" id="{40E4523B-C005-9A18-1ED6-66B096944165}"/>
              </a:ext>
            </a:extLst>
          </p:cNvPr>
          <p:cNvGrpSpPr/>
          <p:nvPr/>
        </p:nvGrpSpPr>
        <p:grpSpPr>
          <a:xfrm>
            <a:off x="3613446" y="2495786"/>
            <a:ext cx="2773194" cy="961632"/>
            <a:chOff x="497282" y="2732421"/>
            <a:chExt cx="2773194" cy="961632"/>
          </a:xfrm>
        </p:grpSpPr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289FC256-DB09-926E-DA3C-4F26C612A66A}"/>
                </a:ext>
              </a:extLst>
            </p:cNvPr>
            <p:cNvSpPr txBox="1"/>
            <p:nvPr/>
          </p:nvSpPr>
          <p:spPr>
            <a:xfrm>
              <a:off x="497282" y="2910860"/>
              <a:ext cx="2773194" cy="783193"/>
            </a:xfrm>
            <a:prstGeom prst="round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en-US" sz="1000" dirty="0"/>
                <a:t>Estimate the cross- and auto-spectrum of one or two vectors (if one shear probe), in spatial or temporal space depending on the frequency put as an argument</a:t>
              </a:r>
            </a:p>
          </p:txBody>
        </p: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3DDD14F0-B6F2-1B26-DD2F-DEAB2D7D098E}"/>
                </a:ext>
              </a:extLst>
            </p:cNvPr>
            <p:cNvSpPr txBox="1"/>
            <p:nvPr/>
          </p:nvSpPr>
          <p:spPr>
            <a:xfrm>
              <a:off x="716089" y="2732421"/>
              <a:ext cx="1384461" cy="224939"/>
            </a:xfrm>
            <a:prstGeom prst="roundRect">
              <a:avLst>
                <a:gd name="adj" fmla="val 42994"/>
              </a:avLst>
            </a:prstGeom>
            <a:solidFill>
              <a:schemeClr val="accent6"/>
            </a:solidFill>
          </p:spPr>
          <p:txBody>
            <a:bodyPr wrap="square" lIns="0" tIns="0" rIns="0" bIns="0" rtlCol="0" anchor="ctr" anchorCtr="0">
              <a:spAutoFit/>
            </a:bodyPr>
            <a:lstStyle/>
            <a:p>
              <a:pPr algn="ctr"/>
              <a:r>
                <a:rPr lang="fr-CH" sz="1100" b="1" dirty="0" err="1">
                  <a:solidFill>
                    <a:schemeClr val="bg1"/>
                  </a:solidFill>
                </a:rPr>
                <a:t>csd_odas.m</a:t>
              </a:r>
              <a:endParaRPr lang="fr-CH" sz="1100" b="1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3274F0CB-FFA5-73B0-3416-6518749C6D9A}"/>
              </a:ext>
            </a:extLst>
          </p:cNvPr>
          <p:cNvGrpSpPr/>
          <p:nvPr/>
        </p:nvGrpSpPr>
        <p:grpSpPr>
          <a:xfrm>
            <a:off x="4655377" y="1946736"/>
            <a:ext cx="3482030" cy="456737"/>
            <a:chOff x="497282" y="2726538"/>
            <a:chExt cx="3482030" cy="456737"/>
          </a:xfrm>
        </p:grpSpPr>
        <p:sp>
          <p:nvSpPr>
            <p:cNvPr id="52" name="TextBox 51">
              <a:extLst>
                <a:ext uri="{FF2B5EF4-FFF2-40B4-BE49-F238E27FC236}">
                  <a16:creationId xmlns:a16="http://schemas.microsoft.com/office/drawing/2014/main" id="{6AE63D44-C168-C0D5-5038-83FB64460CAC}"/>
                </a:ext>
              </a:extLst>
            </p:cNvPr>
            <p:cNvSpPr txBox="1"/>
            <p:nvPr/>
          </p:nvSpPr>
          <p:spPr>
            <a:xfrm>
              <a:off x="497282" y="2910860"/>
              <a:ext cx="3482030" cy="272415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fr-CH" sz="1000" dirty="0" err="1"/>
                <a:t>Keep</a:t>
              </a:r>
              <a:r>
                <a:rPr lang="fr-CH" sz="1000" dirty="0"/>
                <a:t> fluctuations </a:t>
              </a:r>
              <a:r>
                <a:rPr lang="fr-CH" sz="1000" dirty="0" err="1"/>
                <a:t>from</a:t>
              </a:r>
              <a:r>
                <a:rPr lang="fr-CH" sz="1000" dirty="0"/>
                <a:t> a signal by </a:t>
              </a:r>
              <a:r>
                <a:rPr lang="fr-CH" sz="1000" dirty="0" err="1"/>
                <a:t>removing</a:t>
              </a:r>
              <a:r>
                <a:rPr lang="fr-CH" sz="1000" dirty="0"/>
                <a:t> </a:t>
              </a:r>
              <a:r>
                <a:rPr lang="fr-CH" sz="1000" dirty="0" err="1"/>
                <a:t>any</a:t>
              </a:r>
              <a:r>
                <a:rPr lang="fr-CH" sz="1000" dirty="0"/>
                <a:t> </a:t>
              </a:r>
              <a:r>
                <a:rPr lang="fr-CH" sz="1000" dirty="0" err="1"/>
                <a:t>linear</a:t>
              </a:r>
              <a:r>
                <a:rPr lang="fr-CH" sz="1000" dirty="0"/>
                <a:t> trend</a:t>
              </a:r>
              <a:endParaRPr lang="en-US" sz="1000" dirty="0"/>
            </a:p>
          </p:txBody>
        </p:sp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0F4563E2-6016-53AA-6851-9D216B65D7F2}"/>
                </a:ext>
              </a:extLst>
            </p:cNvPr>
            <p:cNvSpPr txBox="1"/>
            <p:nvPr/>
          </p:nvSpPr>
          <p:spPr>
            <a:xfrm>
              <a:off x="1466355" y="2726538"/>
              <a:ext cx="1384461" cy="224939"/>
            </a:xfrm>
            <a:prstGeom prst="roundRect">
              <a:avLst>
                <a:gd name="adj" fmla="val 42994"/>
              </a:avLst>
            </a:prstGeom>
            <a:solidFill>
              <a:schemeClr val="bg1">
                <a:lumMod val="50000"/>
              </a:schemeClr>
            </a:solidFill>
          </p:spPr>
          <p:txBody>
            <a:bodyPr wrap="square" lIns="0" tIns="0" rIns="0" bIns="0" rtlCol="0" anchor="ctr" anchorCtr="0">
              <a:spAutoFit/>
            </a:bodyPr>
            <a:lstStyle/>
            <a:p>
              <a:pPr algn="ctr"/>
              <a:r>
                <a:rPr lang="fr-CH" sz="1100" b="1" dirty="0" err="1">
                  <a:solidFill>
                    <a:schemeClr val="bg1"/>
                  </a:solidFill>
                </a:rPr>
                <a:t>detrend.m</a:t>
              </a:r>
              <a:endParaRPr lang="fr-CH" sz="1100" b="1" dirty="0">
                <a:solidFill>
                  <a:schemeClr val="bg1"/>
                </a:solidFill>
              </a:endParaRPr>
            </a:p>
          </p:txBody>
        </p:sp>
      </p:grpSp>
      <p:sp>
        <p:nvSpPr>
          <p:cNvPr id="50" name="Arrow: Down 49">
            <a:extLst>
              <a:ext uri="{FF2B5EF4-FFF2-40B4-BE49-F238E27FC236}">
                <a16:creationId xmlns:a16="http://schemas.microsoft.com/office/drawing/2014/main" id="{833BDCE6-8B84-5149-50B7-6536EE9B24F1}"/>
              </a:ext>
            </a:extLst>
          </p:cNvPr>
          <p:cNvSpPr/>
          <p:nvPr/>
        </p:nvSpPr>
        <p:spPr>
          <a:xfrm rot="4654783">
            <a:off x="3708491" y="874390"/>
            <a:ext cx="191100" cy="2118172"/>
          </a:xfrm>
          <a:prstGeom prst="downArrow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B8EFFBED-FD7B-A128-F01A-CC0EF984181E}"/>
              </a:ext>
            </a:extLst>
          </p:cNvPr>
          <p:cNvSpPr/>
          <p:nvPr/>
        </p:nvSpPr>
        <p:spPr>
          <a:xfrm>
            <a:off x="4600027" y="6055166"/>
            <a:ext cx="1116174" cy="635211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CH" sz="1100" b="1" i="1" dirty="0" err="1"/>
              <a:t>fit_flag_T</a:t>
            </a:r>
            <a:endParaRPr lang="fr-CH" sz="1100" b="1" i="1" dirty="0"/>
          </a:p>
          <a:p>
            <a:pPr algn="ctr"/>
            <a:r>
              <a:rPr lang="fr-CH" sz="1100" dirty="0"/>
              <a:t>(acceptance flag)</a:t>
            </a:r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146C170A-81AB-7C80-CAE5-4C14552DD15A}"/>
              </a:ext>
            </a:extLst>
          </p:cNvPr>
          <p:cNvSpPr/>
          <p:nvPr/>
        </p:nvSpPr>
        <p:spPr>
          <a:xfrm>
            <a:off x="5740415" y="6039684"/>
            <a:ext cx="1338744" cy="635211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CH" sz="1100" b="1" i="1" dirty="0" err="1"/>
              <a:t>kL</a:t>
            </a:r>
            <a:r>
              <a:rPr lang="fr-CH" sz="1100" b="1" i="1" dirty="0"/>
              <a:t>, </a:t>
            </a:r>
            <a:r>
              <a:rPr lang="fr-CH" sz="1100" b="1" i="1" dirty="0" err="1"/>
              <a:t>kU</a:t>
            </a:r>
            <a:endParaRPr lang="fr-CH" sz="1100" b="1" i="1" dirty="0"/>
          </a:p>
          <a:p>
            <a:pPr algn="ctr"/>
            <a:r>
              <a:rPr lang="fr-CH" sz="1100" dirty="0"/>
              <a:t>(</a:t>
            </a:r>
            <a:r>
              <a:rPr lang="fr-CH" sz="1100" dirty="0" err="1"/>
              <a:t>wavenumber</a:t>
            </a:r>
            <a:r>
              <a:rPr lang="fr-CH" sz="1100" dirty="0"/>
              <a:t> </a:t>
            </a:r>
            <a:r>
              <a:rPr lang="fr-CH" sz="1100" dirty="0" err="1"/>
              <a:t>bounds</a:t>
            </a:r>
            <a:r>
              <a:rPr lang="fr-CH" sz="1100" dirty="0"/>
              <a:t> for </a:t>
            </a:r>
            <a:r>
              <a:rPr lang="fr-CH" sz="1100" dirty="0" err="1"/>
              <a:t>integration</a:t>
            </a:r>
            <a:r>
              <a:rPr lang="fr-CH" sz="1100" dirty="0"/>
              <a:t>)</a:t>
            </a:r>
          </a:p>
        </p:txBody>
      </p:sp>
      <p:grpSp>
        <p:nvGrpSpPr>
          <p:cNvPr id="58" name="Group 57">
            <a:extLst>
              <a:ext uri="{FF2B5EF4-FFF2-40B4-BE49-F238E27FC236}">
                <a16:creationId xmlns:a16="http://schemas.microsoft.com/office/drawing/2014/main" id="{807784ED-8E24-EA45-E83B-EC198CBC3416}"/>
              </a:ext>
            </a:extLst>
          </p:cNvPr>
          <p:cNvGrpSpPr/>
          <p:nvPr/>
        </p:nvGrpSpPr>
        <p:grpSpPr>
          <a:xfrm>
            <a:off x="6694590" y="2543269"/>
            <a:ext cx="2591012" cy="923360"/>
            <a:chOff x="497283" y="2770693"/>
            <a:chExt cx="2591012" cy="923360"/>
          </a:xfrm>
        </p:grpSpPr>
        <p:sp>
          <p:nvSpPr>
            <p:cNvPr id="59" name="TextBox 58">
              <a:extLst>
                <a:ext uri="{FF2B5EF4-FFF2-40B4-BE49-F238E27FC236}">
                  <a16:creationId xmlns:a16="http://schemas.microsoft.com/office/drawing/2014/main" id="{B7129683-22E8-DA9D-EF58-93BD7D294442}"/>
                </a:ext>
              </a:extLst>
            </p:cNvPr>
            <p:cNvSpPr txBox="1"/>
            <p:nvPr/>
          </p:nvSpPr>
          <p:spPr>
            <a:xfrm>
              <a:off x="497283" y="2910860"/>
              <a:ext cx="2591012" cy="783193"/>
            </a:xfrm>
            <a:prstGeom prst="round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en-US" sz="1000" dirty="0"/>
                <a:t>Estimate the cross- and auto-spectrum of a matrix (if two shear probes), in spatial or temporal space depending on the frequency put as an argument</a:t>
              </a:r>
            </a:p>
          </p:txBody>
        </p:sp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0987BC31-E144-FC32-F89F-9D8E0FE7DA98}"/>
                </a:ext>
              </a:extLst>
            </p:cNvPr>
            <p:cNvSpPr txBox="1"/>
            <p:nvPr/>
          </p:nvSpPr>
          <p:spPr>
            <a:xfrm>
              <a:off x="942872" y="2770693"/>
              <a:ext cx="1384461" cy="224939"/>
            </a:xfrm>
            <a:prstGeom prst="roundRect">
              <a:avLst>
                <a:gd name="adj" fmla="val 42994"/>
              </a:avLst>
            </a:prstGeom>
            <a:solidFill>
              <a:schemeClr val="accent6"/>
            </a:solidFill>
          </p:spPr>
          <p:txBody>
            <a:bodyPr wrap="square" lIns="0" tIns="0" rIns="0" bIns="0" rtlCol="0" anchor="ctr" anchorCtr="0">
              <a:spAutoFit/>
            </a:bodyPr>
            <a:lstStyle/>
            <a:p>
              <a:pPr algn="ctr"/>
              <a:r>
                <a:rPr lang="fr-CH" sz="1100" b="1" dirty="0" err="1">
                  <a:solidFill>
                    <a:schemeClr val="bg1"/>
                  </a:solidFill>
                </a:rPr>
                <a:t>csd_matrix_odas.m</a:t>
              </a:r>
              <a:endParaRPr lang="fr-CH" sz="1100" b="1" dirty="0">
                <a:solidFill>
                  <a:schemeClr val="bg1"/>
                </a:solidFill>
              </a:endParaRPr>
            </a:p>
          </p:txBody>
        </p:sp>
      </p:grp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1829F6FD-B10A-E808-41DE-697DB1234A02}"/>
              </a:ext>
            </a:extLst>
          </p:cNvPr>
          <p:cNvCxnSpPr>
            <a:cxnSpLocks/>
            <a:stCxn id="52" idx="1"/>
          </p:cNvCxnSpPr>
          <p:nvPr/>
        </p:nvCxnSpPr>
        <p:spPr>
          <a:xfrm flipH="1">
            <a:off x="2523942" y="2267266"/>
            <a:ext cx="2131435" cy="136207"/>
          </a:xfrm>
          <a:prstGeom prst="straightConnector1">
            <a:avLst/>
          </a:prstGeom>
          <a:ln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5B287A02-7AD3-7D5F-6CD0-71D88184D118}"/>
              </a:ext>
            </a:extLst>
          </p:cNvPr>
          <p:cNvCxnSpPr>
            <a:cxnSpLocks/>
            <a:stCxn id="45" idx="1"/>
          </p:cNvCxnSpPr>
          <p:nvPr/>
        </p:nvCxnSpPr>
        <p:spPr>
          <a:xfrm flipH="1" flipV="1">
            <a:off x="2627000" y="2670187"/>
            <a:ext cx="986446" cy="395635"/>
          </a:xfrm>
          <a:prstGeom prst="straightConnector1">
            <a:avLst/>
          </a:prstGeom>
          <a:ln>
            <a:solidFill>
              <a:schemeClr val="accent6"/>
            </a:solidFill>
            <a:tailEnd type="triangle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sp>
        <p:nvSpPr>
          <p:cNvPr id="89" name="Freeform: Shape 88">
            <a:extLst>
              <a:ext uri="{FF2B5EF4-FFF2-40B4-BE49-F238E27FC236}">
                <a16:creationId xmlns:a16="http://schemas.microsoft.com/office/drawing/2014/main" id="{279967F6-FCF4-70E8-67F6-914DF2AEF3C5}"/>
              </a:ext>
            </a:extLst>
          </p:cNvPr>
          <p:cNvSpPr/>
          <p:nvPr/>
        </p:nvSpPr>
        <p:spPr>
          <a:xfrm>
            <a:off x="2678393" y="2964186"/>
            <a:ext cx="5195749" cy="618104"/>
          </a:xfrm>
          <a:custGeom>
            <a:avLst/>
            <a:gdLst>
              <a:gd name="csX0" fmla="*/ 3971925 w 3971925"/>
              <a:gd name="csY0" fmla="*/ 0 h 2019300"/>
              <a:gd name="csX1" fmla="*/ 1743075 w 3971925"/>
              <a:gd name="csY1" fmla="*/ 266700 h 2019300"/>
              <a:gd name="csX2" fmla="*/ 0 w 3971925"/>
              <a:gd name="csY2" fmla="*/ 2019300 h 2019300"/>
              <a:gd name="csX0" fmla="*/ 3971925 w 3971925"/>
              <a:gd name="csY0" fmla="*/ 0 h 2019300"/>
              <a:gd name="csX1" fmla="*/ 857250 w 3971925"/>
              <a:gd name="csY1" fmla="*/ 266700 h 2019300"/>
              <a:gd name="csX2" fmla="*/ 0 w 3971925"/>
              <a:gd name="csY2" fmla="*/ 2019300 h 2019300"/>
              <a:gd name="csX0" fmla="*/ 3971925 w 3971925"/>
              <a:gd name="csY0" fmla="*/ 0 h 2019300"/>
              <a:gd name="csX1" fmla="*/ 857250 w 3971925"/>
              <a:gd name="csY1" fmla="*/ 266700 h 2019300"/>
              <a:gd name="csX2" fmla="*/ 0 w 3971925"/>
              <a:gd name="csY2" fmla="*/ 2019300 h 2019300"/>
              <a:gd name="csX0" fmla="*/ 3971925 w 3971925"/>
              <a:gd name="csY0" fmla="*/ 0 h 2019300"/>
              <a:gd name="csX1" fmla="*/ 857250 w 3971925"/>
              <a:gd name="csY1" fmla="*/ 266700 h 2019300"/>
              <a:gd name="csX2" fmla="*/ 0 w 3971925"/>
              <a:gd name="csY2" fmla="*/ 2019300 h 2019300"/>
              <a:gd name="csX0" fmla="*/ 3971925 w 3971925"/>
              <a:gd name="csY0" fmla="*/ 0 h 2019300"/>
              <a:gd name="csX1" fmla="*/ 857250 w 3971925"/>
              <a:gd name="csY1" fmla="*/ 266700 h 2019300"/>
              <a:gd name="csX2" fmla="*/ 0 w 3971925"/>
              <a:gd name="csY2" fmla="*/ 2019300 h 2019300"/>
              <a:gd name="csX0" fmla="*/ 3971925 w 3971925"/>
              <a:gd name="csY0" fmla="*/ 0 h 2019582"/>
              <a:gd name="csX1" fmla="*/ 857250 w 3971925"/>
              <a:gd name="csY1" fmla="*/ 266700 h 2019582"/>
              <a:gd name="csX2" fmla="*/ 0 w 3971925"/>
              <a:gd name="csY2" fmla="*/ 2019300 h 2019582"/>
              <a:gd name="csX0" fmla="*/ 4038600 w 4038600"/>
              <a:gd name="csY0" fmla="*/ 0 h 1943395"/>
              <a:gd name="csX1" fmla="*/ 923925 w 4038600"/>
              <a:gd name="csY1" fmla="*/ 266700 h 1943395"/>
              <a:gd name="csX2" fmla="*/ 0 w 4038600"/>
              <a:gd name="csY2" fmla="*/ 1943100 h 1943395"/>
              <a:gd name="csX0" fmla="*/ 4038600 w 4038600"/>
              <a:gd name="csY0" fmla="*/ 0 h 1943559"/>
              <a:gd name="csX1" fmla="*/ 2097405 w 4038600"/>
              <a:gd name="csY1" fmla="*/ 853440 h 1943559"/>
              <a:gd name="csX2" fmla="*/ 0 w 4038600"/>
              <a:gd name="csY2" fmla="*/ 1943100 h 1943559"/>
              <a:gd name="csX0" fmla="*/ 3870960 w 3870960"/>
              <a:gd name="csY0" fmla="*/ 0 h 1304190"/>
              <a:gd name="csX1" fmla="*/ 1929765 w 3870960"/>
              <a:gd name="csY1" fmla="*/ 853440 h 1304190"/>
              <a:gd name="csX2" fmla="*/ 0 w 3870960"/>
              <a:gd name="csY2" fmla="*/ 1303020 h 1304190"/>
              <a:gd name="csX0" fmla="*/ 3870960 w 3870960"/>
              <a:gd name="csY0" fmla="*/ 0 h 1304190"/>
              <a:gd name="csX1" fmla="*/ 1929765 w 3870960"/>
              <a:gd name="csY1" fmla="*/ 853440 h 1304190"/>
              <a:gd name="csX2" fmla="*/ 0 w 3870960"/>
              <a:gd name="csY2" fmla="*/ 1303020 h 1304190"/>
              <a:gd name="csX0" fmla="*/ 3870960 w 3870960"/>
              <a:gd name="csY0" fmla="*/ 0 h 1304190"/>
              <a:gd name="csX1" fmla="*/ 1929765 w 3870960"/>
              <a:gd name="csY1" fmla="*/ 853440 h 1304190"/>
              <a:gd name="csX2" fmla="*/ 0 w 3870960"/>
              <a:gd name="csY2" fmla="*/ 1303020 h 1304190"/>
              <a:gd name="csX0" fmla="*/ 3870960 w 3870960"/>
              <a:gd name="csY0" fmla="*/ 0 h 1303612"/>
              <a:gd name="csX1" fmla="*/ 3156585 w 3870960"/>
              <a:gd name="csY1" fmla="*/ 449580 h 1303612"/>
              <a:gd name="csX2" fmla="*/ 0 w 3870960"/>
              <a:gd name="csY2" fmla="*/ 1303020 h 1303612"/>
              <a:gd name="csX0" fmla="*/ 3878580 w 3878580"/>
              <a:gd name="csY0" fmla="*/ 0 h 1257927"/>
              <a:gd name="csX1" fmla="*/ 3164205 w 3878580"/>
              <a:gd name="csY1" fmla="*/ 449580 h 1257927"/>
              <a:gd name="csX2" fmla="*/ 0 w 3878580"/>
              <a:gd name="csY2" fmla="*/ 1257300 h 1257927"/>
              <a:gd name="csX0" fmla="*/ 5013960 w 5013960"/>
              <a:gd name="csY0" fmla="*/ 0 h 915528"/>
              <a:gd name="csX1" fmla="*/ 4299585 w 5013960"/>
              <a:gd name="csY1" fmla="*/ 449580 h 915528"/>
              <a:gd name="csX2" fmla="*/ 0 w 5013960"/>
              <a:gd name="csY2" fmla="*/ 914400 h 915528"/>
              <a:gd name="csX0" fmla="*/ 5013960 w 5013960"/>
              <a:gd name="csY0" fmla="*/ 0 h 915009"/>
              <a:gd name="csX1" fmla="*/ 3865245 w 5013960"/>
              <a:gd name="csY1" fmla="*/ 83820 h 915009"/>
              <a:gd name="csX2" fmla="*/ 0 w 5013960"/>
              <a:gd name="csY2" fmla="*/ 914400 h 915009"/>
              <a:gd name="csX0" fmla="*/ 5013960 w 5013960"/>
              <a:gd name="csY0" fmla="*/ 0 h 965809"/>
              <a:gd name="csX1" fmla="*/ 3865245 w 5013960"/>
              <a:gd name="csY1" fmla="*/ 134620 h 965809"/>
              <a:gd name="csX2" fmla="*/ 0 w 5013960"/>
              <a:gd name="csY2" fmla="*/ 965200 h 965809"/>
              <a:gd name="csX0" fmla="*/ 5013960 w 5013960"/>
              <a:gd name="csY0" fmla="*/ 0 h 965898"/>
              <a:gd name="csX1" fmla="*/ 3884295 w 5013960"/>
              <a:gd name="csY1" fmla="*/ 236220 h 965898"/>
              <a:gd name="csX2" fmla="*/ 0 w 5013960"/>
              <a:gd name="csY2" fmla="*/ 965200 h 965898"/>
              <a:gd name="csX0" fmla="*/ 5223510 w 5223510"/>
              <a:gd name="csY0" fmla="*/ 0 h 1204023"/>
              <a:gd name="csX1" fmla="*/ 3884295 w 5223510"/>
              <a:gd name="csY1" fmla="*/ 474345 h 1204023"/>
              <a:gd name="csX2" fmla="*/ 0 w 5223510"/>
              <a:gd name="csY2" fmla="*/ 1203325 h 1204023"/>
              <a:gd name="csX0" fmla="*/ 5842635 w 5842635"/>
              <a:gd name="csY0" fmla="*/ 0 h 1165923"/>
              <a:gd name="csX1" fmla="*/ 3884295 w 5842635"/>
              <a:gd name="csY1" fmla="*/ 436245 h 1165923"/>
              <a:gd name="csX2" fmla="*/ 0 w 5842635"/>
              <a:gd name="csY2" fmla="*/ 1165225 h 1165923"/>
              <a:gd name="csX0" fmla="*/ 5452110 w 5452110"/>
              <a:gd name="csY0" fmla="*/ 0 h 1023048"/>
              <a:gd name="csX1" fmla="*/ 3884295 w 5452110"/>
              <a:gd name="csY1" fmla="*/ 293370 h 1023048"/>
              <a:gd name="csX2" fmla="*/ 0 w 5452110"/>
              <a:gd name="csY2" fmla="*/ 1022350 h 1023048"/>
              <a:gd name="csX0" fmla="*/ 5452110 w 5452110"/>
              <a:gd name="csY0" fmla="*/ 0 h 1023100"/>
              <a:gd name="csX1" fmla="*/ 2836545 w 5452110"/>
              <a:gd name="csY1" fmla="*/ 340995 h 1023100"/>
              <a:gd name="csX2" fmla="*/ 0 w 5452110"/>
              <a:gd name="csY2" fmla="*/ 1022350 h 1023100"/>
              <a:gd name="csX0" fmla="*/ 5452110 w 5452110"/>
              <a:gd name="csY0" fmla="*/ 0 h 1023173"/>
              <a:gd name="csX1" fmla="*/ 1007745 w 5452110"/>
              <a:gd name="csY1" fmla="*/ 398145 h 1023173"/>
              <a:gd name="csX2" fmla="*/ 0 w 5452110"/>
              <a:gd name="csY2" fmla="*/ 1022350 h 1023173"/>
              <a:gd name="csX0" fmla="*/ 5385435 w 5385435"/>
              <a:gd name="csY0" fmla="*/ 0 h 842198"/>
              <a:gd name="csX1" fmla="*/ 1007745 w 5385435"/>
              <a:gd name="csY1" fmla="*/ 217170 h 842198"/>
              <a:gd name="csX2" fmla="*/ 0 w 5385435"/>
              <a:gd name="csY2" fmla="*/ 841375 h 842198"/>
              <a:gd name="csX0" fmla="*/ 6004560 w 6004560"/>
              <a:gd name="csY0" fmla="*/ 758825 h 980356"/>
              <a:gd name="csX1" fmla="*/ 1626870 w 6004560"/>
              <a:gd name="csY1" fmla="*/ 975995 h 980356"/>
              <a:gd name="csX2" fmla="*/ 0 w 6004560"/>
              <a:gd name="csY2" fmla="*/ 0 h 980356"/>
              <a:gd name="csX0" fmla="*/ 5766435 w 5766435"/>
              <a:gd name="csY0" fmla="*/ 454025 h 677262"/>
              <a:gd name="csX1" fmla="*/ 1388745 w 5766435"/>
              <a:gd name="csY1" fmla="*/ 671195 h 677262"/>
              <a:gd name="csX2" fmla="*/ 0 w 5766435"/>
              <a:gd name="csY2" fmla="*/ 0 h 677262"/>
              <a:gd name="csX0" fmla="*/ 5766435 w 5766435"/>
              <a:gd name="csY0" fmla="*/ 454025 h 582857"/>
              <a:gd name="csX1" fmla="*/ 1064895 w 5766435"/>
              <a:gd name="csY1" fmla="*/ 575945 h 582857"/>
              <a:gd name="csX2" fmla="*/ 0 w 5766435"/>
              <a:gd name="csY2" fmla="*/ 0 h 582857"/>
              <a:gd name="csX0" fmla="*/ 5509260 w 5509260"/>
              <a:gd name="csY0" fmla="*/ 606425 h 609291"/>
              <a:gd name="csX1" fmla="*/ 1064895 w 5509260"/>
              <a:gd name="csY1" fmla="*/ 575945 h 609291"/>
              <a:gd name="csX2" fmla="*/ 0 w 5509260"/>
              <a:gd name="csY2" fmla="*/ 0 h 609291"/>
              <a:gd name="csX0" fmla="*/ 5509260 w 5509260"/>
              <a:gd name="csY0" fmla="*/ 606425 h 625610"/>
              <a:gd name="csX1" fmla="*/ 4725399 w 5509260"/>
              <a:gd name="csY1" fmla="*/ 598552 h 625610"/>
              <a:gd name="csX2" fmla="*/ 1064895 w 5509260"/>
              <a:gd name="csY2" fmla="*/ 575945 h 625610"/>
              <a:gd name="csX3" fmla="*/ 0 w 5509260"/>
              <a:gd name="csY3" fmla="*/ 0 h 625610"/>
              <a:gd name="csX0" fmla="*/ 5509260 w 5509260"/>
              <a:gd name="csY0" fmla="*/ 606425 h 618526"/>
              <a:gd name="csX1" fmla="*/ 5001624 w 5509260"/>
              <a:gd name="csY1" fmla="*/ 617602 h 618526"/>
              <a:gd name="csX2" fmla="*/ 1064895 w 5509260"/>
              <a:gd name="csY2" fmla="*/ 575945 h 618526"/>
              <a:gd name="csX3" fmla="*/ 0 w 5509260"/>
              <a:gd name="csY3" fmla="*/ 0 h 618526"/>
              <a:gd name="csX0" fmla="*/ 5194935 w 5353986"/>
              <a:gd name="csY0" fmla="*/ 520700 h 617783"/>
              <a:gd name="csX1" fmla="*/ 5001624 w 5353986"/>
              <a:gd name="csY1" fmla="*/ 617602 h 617783"/>
              <a:gd name="csX2" fmla="*/ 1064895 w 5353986"/>
              <a:gd name="csY2" fmla="*/ 575945 h 617783"/>
              <a:gd name="csX3" fmla="*/ 0 w 5353986"/>
              <a:gd name="csY3" fmla="*/ 0 h 617783"/>
              <a:gd name="csX0" fmla="*/ 5194935 w 5509638"/>
              <a:gd name="csY0" fmla="*/ 520700 h 617783"/>
              <a:gd name="csX1" fmla="*/ 5211174 w 5509638"/>
              <a:gd name="csY1" fmla="*/ 617602 h 617783"/>
              <a:gd name="csX2" fmla="*/ 1064895 w 5509638"/>
              <a:gd name="csY2" fmla="*/ 575945 h 617783"/>
              <a:gd name="csX3" fmla="*/ 0 w 5509638"/>
              <a:gd name="csY3" fmla="*/ 0 h 617783"/>
              <a:gd name="csX0" fmla="*/ 5194935 w 5211174"/>
              <a:gd name="csY0" fmla="*/ 520700 h 618907"/>
              <a:gd name="csX1" fmla="*/ 5211174 w 5211174"/>
              <a:gd name="csY1" fmla="*/ 617602 h 618907"/>
              <a:gd name="csX2" fmla="*/ 1064895 w 5211174"/>
              <a:gd name="csY2" fmla="*/ 575945 h 618907"/>
              <a:gd name="csX3" fmla="*/ 0 w 5211174"/>
              <a:gd name="csY3" fmla="*/ 0 h 618907"/>
              <a:gd name="csX0" fmla="*/ 5194935 w 5211174"/>
              <a:gd name="csY0" fmla="*/ 520700 h 623940"/>
              <a:gd name="csX1" fmla="*/ 5211174 w 5211174"/>
              <a:gd name="csY1" fmla="*/ 617602 h 623940"/>
              <a:gd name="csX2" fmla="*/ 1064895 w 5211174"/>
              <a:gd name="csY2" fmla="*/ 575945 h 623940"/>
              <a:gd name="csX3" fmla="*/ 0 w 5211174"/>
              <a:gd name="csY3" fmla="*/ 0 h 623940"/>
              <a:gd name="csX0" fmla="*/ 5194935 w 5211174"/>
              <a:gd name="csY0" fmla="*/ 520700 h 623940"/>
              <a:gd name="csX1" fmla="*/ 5211174 w 5211174"/>
              <a:gd name="csY1" fmla="*/ 617602 h 623940"/>
              <a:gd name="csX2" fmla="*/ 1064895 w 5211174"/>
              <a:gd name="csY2" fmla="*/ 575945 h 623940"/>
              <a:gd name="csX3" fmla="*/ 0 w 5211174"/>
              <a:gd name="csY3" fmla="*/ 0 h 623940"/>
              <a:gd name="csX0" fmla="*/ 5194935 w 5211174"/>
              <a:gd name="csY0" fmla="*/ 520700 h 623686"/>
              <a:gd name="csX1" fmla="*/ 5211174 w 5211174"/>
              <a:gd name="csY1" fmla="*/ 617602 h 623686"/>
              <a:gd name="csX2" fmla="*/ 1064895 w 5211174"/>
              <a:gd name="csY2" fmla="*/ 575945 h 623686"/>
              <a:gd name="csX3" fmla="*/ 0 w 5211174"/>
              <a:gd name="csY3" fmla="*/ 0 h 623686"/>
              <a:gd name="csX0" fmla="*/ 5194935 w 5211174"/>
              <a:gd name="csY0" fmla="*/ 520700 h 623686"/>
              <a:gd name="csX1" fmla="*/ 5211174 w 5211174"/>
              <a:gd name="csY1" fmla="*/ 617602 h 623686"/>
              <a:gd name="csX2" fmla="*/ 1064895 w 5211174"/>
              <a:gd name="csY2" fmla="*/ 575945 h 623686"/>
              <a:gd name="csX3" fmla="*/ 0 w 5211174"/>
              <a:gd name="csY3" fmla="*/ 0 h 623686"/>
              <a:gd name="csX0" fmla="*/ 5194935 w 5211796"/>
              <a:gd name="csY0" fmla="*/ 520700 h 623686"/>
              <a:gd name="csX1" fmla="*/ 5211174 w 5211796"/>
              <a:gd name="csY1" fmla="*/ 617602 h 623686"/>
              <a:gd name="csX2" fmla="*/ 1064895 w 5211796"/>
              <a:gd name="csY2" fmla="*/ 575945 h 623686"/>
              <a:gd name="csX3" fmla="*/ 0 w 5211796"/>
              <a:gd name="csY3" fmla="*/ 0 h 623686"/>
              <a:gd name="csX0" fmla="*/ 5194935 w 5211796"/>
              <a:gd name="csY0" fmla="*/ 520700 h 618104"/>
              <a:gd name="csX1" fmla="*/ 5211174 w 5211796"/>
              <a:gd name="csY1" fmla="*/ 617602 h 618104"/>
              <a:gd name="csX2" fmla="*/ 1064895 w 5211796"/>
              <a:gd name="csY2" fmla="*/ 575945 h 618104"/>
              <a:gd name="csX3" fmla="*/ 0 w 5211796"/>
              <a:gd name="csY3" fmla="*/ 0 h 618104"/>
              <a:gd name="csX0" fmla="*/ 5194935 w 5195749"/>
              <a:gd name="csY0" fmla="*/ 520700 h 618104"/>
              <a:gd name="csX1" fmla="*/ 5188949 w 5195749"/>
              <a:gd name="csY1" fmla="*/ 617602 h 618104"/>
              <a:gd name="csX2" fmla="*/ 1064895 w 5195749"/>
              <a:gd name="csY2" fmla="*/ 575945 h 618104"/>
              <a:gd name="csX3" fmla="*/ 0 w 5195749"/>
              <a:gd name="csY3" fmla="*/ 0 h 61810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5195749" h="618104">
                <a:moveTo>
                  <a:pt x="5194935" y="520700"/>
                </a:moveTo>
                <a:cubicBezTo>
                  <a:pt x="5197642" y="525738"/>
                  <a:pt x="5193076" y="616332"/>
                  <a:pt x="5188949" y="617602"/>
                </a:cubicBezTo>
                <a:cubicBezTo>
                  <a:pt x="5194331" y="622766"/>
                  <a:pt x="1091263" y="586656"/>
                  <a:pt x="1064895" y="575945"/>
                </a:cubicBezTo>
                <a:cubicBezTo>
                  <a:pt x="1052195" y="585470"/>
                  <a:pt x="28575" y="25400"/>
                  <a:pt x="0" y="0"/>
                </a:cubicBezTo>
              </a:path>
            </a:pathLst>
          </a:custGeom>
          <a:ln w="19050">
            <a:solidFill>
              <a:schemeClr val="accent6"/>
            </a:solidFill>
            <a:headEnd type="none" w="med" len="med"/>
            <a:tailEnd type="triangle" w="med" len="med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629A691C-15B8-0E8B-5999-B12F390F3522}"/>
              </a:ext>
            </a:extLst>
          </p:cNvPr>
          <p:cNvSpPr/>
          <p:nvPr/>
        </p:nvSpPr>
        <p:spPr>
          <a:xfrm>
            <a:off x="3416377" y="6065952"/>
            <a:ext cx="1116174" cy="635211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CH" sz="1100" b="1" i="1" dirty="0"/>
              <a:t>LR</a:t>
            </a:r>
          </a:p>
          <a:p>
            <a:pPr algn="ctr"/>
            <a:r>
              <a:rPr lang="fr-CH" sz="1100" dirty="0"/>
              <a:t>(</a:t>
            </a:r>
            <a:r>
              <a:rPr lang="fr-CH" sz="1100" dirty="0" err="1"/>
              <a:t>likelihood</a:t>
            </a:r>
            <a:r>
              <a:rPr lang="fr-CH" sz="1100" dirty="0"/>
              <a:t> ratio)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D488EE57-502B-C61A-6E32-B1C5C556A121}"/>
              </a:ext>
            </a:extLst>
          </p:cNvPr>
          <p:cNvSpPr/>
          <p:nvPr/>
        </p:nvSpPr>
        <p:spPr>
          <a:xfrm>
            <a:off x="161035" y="5228663"/>
            <a:ext cx="2257174" cy="709201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CH" sz="1100" b="1" i="1" dirty="0"/>
              <a:t>Xiv</a:t>
            </a:r>
          </a:p>
          <a:p>
            <a:pPr algn="ctr"/>
            <a:r>
              <a:rPr lang="fr-CH" sz="1100" dirty="0"/>
              <a:t>(bin-</a:t>
            </a:r>
            <a:r>
              <a:rPr lang="fr-CH" sz="1100" dirty="0" err="1"/>
              <a:t>averaged</a:t>
            </a:r>
            <a:r>
              <a:rPr lang="fr-CH" sz="1100" dirty="0"/>
              <a:t> </a:t>
            </a:r>
            <a:r>
              <a:rPr lang="fr-CH" sz="1100" dirty="0" err="1"/>
              <a:t>temperature</a:t>
            </a:r>
            <a:r>
              <a:rPr lang="fr-CH" sz="1100" dirty="0"/>
              <a:t> dissipation rate </a:t>
            </a:r>
            <a:r>
              <a:rPr lang="fr-CH" sz="1100" dirty="0" err="1"/>
              <a:t>from</a:t>
            </a:r>
            <a:r>
              <a:rPr lang="fr-CH" sz="1100" dirty="0"/>
              <a:t> spectral </a:t>
            </a:r>
            <a:r>
              <a:rPr lang="fr-CH" sz="1100" dirty="0" err="1"/>
              <a:t>integration</a:t>
            </a:r>
            <a:r>
              <a:rPr lang="fr-CH" sz="1100" dirty="0"/>
              <a:t>)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FFA519B1-247F-C7A8-25FE-7FD783355CAA}"/>
              </a:ext>
            </a:extLst>
          </p:cNvPr>
          <p:cNvSpPr/>
          <p:nvPr/>
        </p:nvSpPr>
        <p:spPr>
          <a:xfrm>
            <a:off x="2642431" y="5140659"/>
            <a:ext cx="2521594" cy="872838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CH" sz="1100" b="1" i="1" dirty="0" err="1"/>
              <a:t>Xi_ST</a:t>
            </a:r>
            <a:endParaRPr lang="fr-CH" sz="1100" b="1" i="1" dirty="0"/>
          </a:p>
          <a:p>
            <a:pPr algn="ctr"/>
            <a:r>
              <a:rPr lang="fr-CH" sz="1100" dirty="0"/>
              <a:t>(bin-</a:t>
            </a:r>
            <a:r>
              <a:rPr lang="fr-CH" sz="1100" dirty="0" err="1"/>
              <a:t>averaged</a:t>
            </a:r>
            <a:r>
              <a:rPr lang="fr-CH" sz="1100" dirty="0"/>
              <a:t> </a:t>
            </a:r>
            <a:r>
              <a:rPr lang="fr-CH" sz="1100" dirty="0" err="1"/>
              <a:t>temperature</a:t>
            </a:r>
            <a:r>
              <a:rPr lang="fr-CH" sz="1100" dirty="0"/>
              <a:t> dissipation rate </a:t>
            </a:r>
            <a:r>
              <a:rPr lang="fr-CH" sz="1100" dirty="0" err="1"/>
              <a:t>from</a:t>
            </a:r>
            <a:r>
              <a:rPr lang="fr-CH" sz="1100" dirty="0"/>
              <a:t> spectral </a:t>
            </a:r>
            <a:r>
              <a:rPr lang="fr-CH" sz="1100" dirty="0" err="1"/>
              <a:t>integration</a:t>
            </a:r>
            <a:r>
              <a:rPr lang="fr-CH" sz="1100" dirty="0"/>
              <a:t> </a:t>
            </a:r>
            <a:r>
              <a:rPr lang="fr-CH" sz="1100" dirty="0" err="1"/>
              <a:t>corrected</a:t>
            </a:r>
            <a:r>
              <a:rPr lang="fr-CH" sz="1100" dirty="0"/>
              <a:t> </a:t>
            </a:r>
            <a:r>
              <a:rPr lang="fr-CH" sz="1100" dirty="0" err="1"/>
              <a:t>with</a:t>
            </a:r>
            <a:r>
              <a:rPr lang="fr-CH" sz="1100" dirty="0"/>
              <a:t> </a:t>
            </a:r>
            <a:r>
              <a:rPr lang="fr-CH" sz="1100" dirty="0" err="1"/>
              <a:t>shear-derived</a:t>
            </a:r>
            <a:r>
              <a:rPr lang="fr-CH" sz="1100" dirty="0"/>
              <a:t> </a:t>
            </a:r>
            <a:r>
              <a:rPr lang="fr-CH" sz="1100" dirty="0" err="1"/>
              <a:t>kBS</a:t>
            </a:r>
            <a:r>
              <a:rPr lang="fr-CH" sz="1100" dirty="0"/>
              <a:t>)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9BA29B79-D6DB-79D4-70A8-52F935A4F1F2}"/>
              </a:ext>
            </a:extLst>
          </p:cNvPr>
          <p:cNvSpPr/>
          <p:nvPr/>
        </p:nvSpPr>
        <p:spPr>
          <a:xfrm>
            <a:off x="5364814" y="5191670"/>
            <a:ext cx="2257174" cy="709201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CH" sz="1100" b="1" i="1" dirty="0" err="1"/>
              <a:t>Xi_T</a:t>
            </a:r>
            <a:endParaRPr lang="fr-CH" sz="1100" b="1" i="1" dirty="0"/>
          </a:p>
          <a:p>
            <a:pPr algn="ctr"/>
            <a:r>
              <a:rPr lang="fr-CH" sz="1100" dirty="0"/>
              <a:t>(bin-</a:t>
            </a:r>
            <a:r>
              <a:rPr lang="fr-CH" sz="1100" dirty="0" err="1"/>
              <a:t>averaged</a:t>
            </a:r>
            <a:r>
              <a:rPr lang="fr-CH" sz="1100" dirty="0"/>
              <a:t> </a:t>
            </a:r>
            <a:r>
              <a:rPr lang="fr-CH" sz="1100" dirty="0" err="1"/>
              <a:t>temperature</a:t>
            </a:r>
            <a:r>
              <a:rPr lang="fr-CH" sz="1100" dirty="0"/>
              <a:t> dissipation rate </a:t>
            </a:r>
            <a:r>
              <a:rPr lang="fr-CH" sz="1100" dirty="0" err="1"/>
              <a:t>from</a:t>
            </a:r>
            <a:r>
              <a:rPr lang="fr-CH" sz="1100" dirty="0"/>
              <a:t> spectral </a:t>
            </a:r>
            <a:r>
              <a:rPr lang="fr-CH" sz="1100" dirty="0" err="1"/>
              <a:t>fitting</a:t>
            </a:r>
            <a:r>
              <a:rPr lang="fr-CH" sz="1100" dirty="0"/>
              <a:t>)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D37E38F8-429D-113B-7594-F2D4ABFDF35E}"/>
              </a:ext>
            </a:extLst>
          </p:cNvPr>
          <p:cNvSpPr/>
          <p:nvPr/>
        </p:nvSpPr>
        <p:spPr>
          <a:xfrm>
            <a:off x="5541912" y="4182028"/>
            <a:ext cx="1902977" cy="709201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CH" sz="1100" b="1" i="1" dirty="0" err="1"/>
              <a:t>kB</a:t>
            </a:r>
            <a:endParaRPr lang="fr-CH" sz="1100" b="1" i="1" dirty="0"/>
          </a:p>
          <a:p>
            <a:pPr algn="ctr"/>
            <a:r>
              <a:rPr lang="fr-CH" sz="1100" dirty="0"/>
              <a:t>(bin-</a:t>
            </a:r>
            <a:r>
              <a:rPr lang="fr-CH" sz="1100" dirty="0" err="1"/>
              <a:t>averaged</a:t>
            </a:r>
            <a:r>
              <a:rPr lang="fr-CH" sz="1100" dirty="0"/>
              <a:t> </a:t>
            </a:r>
            <a:r>
              <a:rPr lang="fr-CH" sz="1100" dirty="0" err="1"/>
              <a:t>Batchelor</a:t>
            </a:r>
            <a:r>
              <a:rPr lang="fr-CH" sz="1100" dirty="0"/>
              <a:t> </a:t>
            </a:r>
            <a:r>
              <a:rPr lang="fr-CH" sz="1100" dirty="0" err="1"/>
              <a:t>wavenumber</a:t>
            </a:r>
            <a:r>
              <a:rPr lang="fr-CH" sz="1100" dirty="0"/>
              <a:t>  </a:t>
            </a:r>
            <a:r>
              <a:rPr lang="fr-CH" sz="1100" dirty="0" err="1"/>
              <a:t>from</a:t>
            </a:r>
            <a:r>
              <a:rPr lang="fr-CH" sz="1100" dirty="0"/>
              <a:t> spectral </a:t>
            </a:r>
            <a:r>
              <a:rPr lang="fr-CH" sz="1100" dirty="0" err="1"/>
              <a:t>fitting</a:t>
            </a:r>
            <a:r>
              <a:rPr lang="fr-CH" sz="1100" dirty="0"/>
              <a:t>)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8B202A8B-01BC-E4B7-7AFB-088D46D7968E}"/>
              </a:ext>
            </a:extLst>
          </p:cNvPr>
          <p:cNvSpPr/>
          <p:nvPr/>
        </p:nvSpPr>
        <p:spPr>
          <a:xfrm>
            <a:off x="7103373" y="6039684"/>
            <a:ext cx="1421267" cy="635211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CH" sz="1100" b="1" i="1" dirty="0" err="1"/>
              <a:t>kP</a:t>
            </a:r>
            <a:endParaRPr lang="fr-CH" sz="1100" b="1" i="1" dirty="0"/>
          </a:p>
          <a:p>
            <a:pPr algn="ctr"/>
            <a:r>
              <a:rPr lang="fr-CH" sz="1100" dirty="0"/>
              <a:t>(</a:t>
            </a:r>
            <a:r>
              <a:rPr lang="fr-CH" sz="1100" dirty="0" err="1"/>
              <a:t>wavenumber</a:t>
            </a:r>
            <a:r>
              <a:rPr lang="fr-CH" sz="1100" dirty="0"/>
              <a:t> of the </a:t>
            </a:r>
            <a:r>
              <a:rPr lang="fr-CH" sz="1100" dirty="0" err="1"/>
              <a:t>theoretical</a:t>
            </a:r>
            <a:r>
              <a:rPr lang="fr-CH" sz="1100" dirty="0"/>
              <a:t> </a:t>
            </a:r>
            <a:r>
              <a:rPr lang="fr-CH" sz="1100" dirty="0" err="1"/>
              <a:t>spectrum</a:t>
            </a:r>
            <a:r>
              <a:rPr lang="fr-CH" sz="1100" dirty="0"/>
              <a:t> </a:t>
            </a:r>
            <a:r>
              <a:rPr lang="fr-CH" sz="1100" dirty="0" err="1"/>
              <a:t>peak</a:t>
            </a:r>
            <a:r>
              <a:rPr lang="fr-CH" sz="1100" dirty="0"/>
              <a:t>)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930A3825-78D4-F0DA-2D1C-592A5BE52612}"/>
              </a:ext>
            </a:extLst>
          </p:cNvPr>
          <p:cNvSpPr/>
          <p:nvPr/>
        </p:nvSpPr>
        <p:spPr>
          <a:xfrm>
            <a:off x="8546042" y="6016719"/>
            <a:ext cx="1301938" cy="635211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CH" sz="1100" b="1" i="1" dirty="0" err="1"/>
              <a:t>krange</a:t>
            </a:r>
            <a:endParaRPr lang="fr-CH" sz="1100" b="1" i="1" dirty="0"/>
          </a:p>
          <a:p>
            <a:pPr algn="ctr"/>
            <a:r>
              <a:rPr lang="fr-CH" sz="1100" dirty="0"/>
              <a:t>(</a:t>
            </a:r>
            <a:r>
              <a:rPr lang="fr-CH" sz="1100" dirty="0" err="1"/>
              <a:t>wavenumber</a:t>
            </a:r>
            <a:r>
              <a:rPr lang="fr-CH" sz="1100" dirty="0"/>
              <a:t> range for </a:t>
            </a:r>
            <a:r>
              <a:rPr lang="fr-CH" sz="1100" dirty="0" err="1"/>
              <a:t>integration</a:t>
            </a:r>
            <a:r>
              <a:rPr lang="fr-CH" sz="1100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23348334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2F26CD-4192-025F-D097-B0A133E604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extBox 16">
            <a:extLst>
              <a:ext uri="{FF2B5EF4-FFF2-40B4-BE49-F238E27FC236}">
                <a16:creationId xmlns:a16="http://schemas.microsoft.com/office/drawing/2014/main" id="{1A049917-8B60-55D7-A8AB-29199689BFCF}"/>
              </a:ext>
            </a:extLst>
          </p:cNvPr>
          <p:cNvSpPr txBox="1"/>
          <p:nvPr/>
        </p:nvSpPr>
        <p:spPr>
          <a:xfrm>
            <a:off x="3956999" y="267802"/>
            <a:ext cx="31200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H" b="1" dirty="0" err="1"/>
              <a:t>Other</a:t>
            </a:r>
            <a:r>
              <a:rPr lang="fr-CH" b="1" dirty="0"/>
              <a:t> ODAS </a:t>
            </a:r>
            <a:r>
              <a:rPr lang="fr-CH" b="1" dirty="0" err="1"/>
              <a:t>functions</a:t>
            </a:r>
            <a:endParaRPr lang="en-US" b="1" dirty="0"/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296AE7FA-C399-CD10-B5DA-7E694E036B37}"/>
              </a:ext>
            </a:extLst>
          </p:cNvPr>
          <p:cNvGrpSpPr/>
          <p:nvPr/>
        </p:nvGrpSpPr>
        <p:grpSpPr>
          <a:xfrm>
            <a:off x="714802" y="1562719"/>
            <a:ext cx="2423842" cy="489377"/>
            <a:chOff x="497282" y="2693898"/>
            <a:chExt cx="2423842" cy="489377"/>
          </a:xfrm>
        </p:grpSpPr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DA1F23C0-CDD4-BC45-C7EE-FA63E11F957F}"/>
                </a:ext>
              </a:extLst>
            </p:cNvPr>
            <p:cNvSpPr txBox="1"/>
            <p:nvPr/>
          </p:nvSpPr>
          <p:spPr>
            <a:xfrm>
              <a:off x="497282" y="2910860"/>
              <a:ext cx="2423842" cy="272415"/>
            </a:xfrm>
            <a:prstGeom prst="round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txBody>
            <a:bodyPr wrap="square" rtlCol="0">
              <a:spAutoFit/>
            </a:bodyPr>
            <a:lstStyle/>
            <a:p>
              <a:endParaRPr lang="fr-CH" sz="1000" dirty="0"/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8CEA51FF-9760-A496-CC2D-B8B213896021}"/>
                </a:ext>
              </a:extLst>
            </p:cNvPr>
            <p:cNvSpPr txBox="1"/>
            <p:nvPr/>
          </p:nvSpPr>
          <p:spPr>
            <a:xfrm>
              <a:off x="651986" y="2693898"/>
              <a:ext cx="2146621" cy="224939"/>
            </a:xfrm>
            <a:prstGeom prst="roundRect">
              <a:avLst>
                <a:gd name="adj" fmla="val 42994"/>
              </a:avLst>
            </a:prstGeom>
            <a:solidFill>
              <a:schemeClr val="accent6"/>
            </a:solidFill>
          </p:spPr>
          <p:txBody>
            <a:bodyPr wrap="square" lIns="0" tIns="0" rIns="0" bIns="0" rtlCol="0" anchor="ctr" anchorCtr="0">
              <a:spAutoFit/>
            </a:bodyPr>
            <a:lstStyle/>
            <a:p>
              <a:pPr algn="ctr"/>
              <a:r>
                <a:rPr lang="fr-CH" sz="1100" b="1" dirty="0">
                  <a:solidFill>
                    <a:schemeClr val="bg1"/>
                  </a:solidFill>
                </a:rPr>
                <a:t>odas_p2mat.m</a:t>
              </a:r>
            </a:p>
          </p:txBody>
        </p:sp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91AE2B10-EA61-27FC-E1A8-284732C78650}"/>
              </a:ext>
            </a:extLst>
          </p:cNvPr>
          <p:cNvGrpSpPr/>
          <p:nvPr/>
        </p:nvGrpSpPr>
        <p:grpSpPr>
          <a:xfrm>
            <a:off x="4102176" y="1073342"/>
            <a:ext cx="2547070" cy="489377"/>
            <a:chOff x="497282" y="2693898"/>
            <a:chExt cx="2547070" cy="489377"/>
          </a:xfrm>
        </p:grpSpPr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EE422B65-7D30-0360-F75D-9AF8452DE4D0}"/>
                </a:ext>
              </a:extLst>
            </p:cNvPr>
            <p:cNvSpPr txBox="1"/>
            <p:nvPr/>
          </p:nvSpPr>
          <p:spPr>
            <a:xfrm>
              <a:off x="497282" y="2910860"/>
              <a:ext cx="2547070" cy="272415"/>
            </a:xfrm>
            <a:prstGeom prst="round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txBody>
            <a:bodyPr wrap="square" rtlCol="0">
              <a:spAutoFit/>
            </a:bodyPr>
            <a:lstStyle/>
            <a:p>
              <a:endParaRPr lang="fr-CH" sz="1000" dirty="0"/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A43EFB61-40A5-B397-936E-4BCC8C08EFD0}"/>
                </a:ext>
              </a:extLst>
            </p:cNvPr>
            <p:cNvSpPr txBox="1"/>
            <p:nvPr/>
          </p:nvSpPr>
          <p:spPr>
            <a:xfrm>
              <a:off x="651986" y="2693898"/>
              <a:ext cx="2146621" cy="224939"/>
            </a:xfrm>
            <a:prstGeom prst="roundRect">
              <a:avLst>
                <a:gd name="adj" fmla="val 42994"/>
              </a:avLst>
            </a:prstGeom>
            <a:solidFill>
              <a:schemeClr val="accent6"/>
            </a:solidFill>
          </p:spPr>
          <p:txBody>
            <a:bodyPr wrap="square" lIns="0" tIns="0" rIns="0" bIns="0" rtlCol="0" anchor="ctr" anchorCtr="0">
              <a:spAutoFit/>
            </a:bodyPr>
            <a:lstStyle/>
            <a:p>
              <a:pPr algn="ctr"/>
              <a:r>
                <a:rPr lang="fr-CH" sz="1100" b="1" dirty="0" err="1">
                  <a:solidFill>
                    <a:schemeClr val="bg1"/>
                  </a:solidFill>
                </a:rPr>
                <a:t>read_odas.m</a:t>
              </a:r>
              <a:endParaRPr lang="fr-CH" sz="1100" b="1" dirty="0">
                <a:solidFill>
                  <a:schemeClr val="bg1"/>
                </a:solidFill>
              </a:endParaRPr>
            </a:p>
          </p:txBody>
        </p:sp>
      </p:grp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B5D56518-E43A-951B-C629-1B0512A288A2}"/>
              </a:ext>
            </a:extLst>
          </p:cNvPr>
          <p:cNvCxnSpPr>
            <a:cxnSpLocks/>
            <a:stCxn id="29" idx="1"/>
            <a:endCxn id="3" idx="3"/>
          </p:cNvCxnSpPr>
          <p:nvPr/>
        </p:nvCxnSpPr>
        <p:spPr>
          <a:xfrm flipH="1">
            <a:off x="3138644" y="1426512"/>
            <a:ext cx="963532" cy="48937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7957021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1362</Words>
  <Application>Microsoft Office PowerPoint</Application>
  <PresentationFormat>A4 Paper (210x297 mm)</PresentationFormat>
  <Paragraphs>191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10" baseType="lpstr">
      <vt:lpstr>Aptos</vt:lpstr>
      <vt:lpstr>Aptos Display</vt:lpstr>
      <vt:lpstr>Arial</vt:lpstr>
      <vt:lpstr>Cambria Math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Tomy Doda</dc:creator>
  <cp:lastModifiedBy>Tomy Doda</cp:lastModifiedBy>
  <cp:revision>1</cp:revision>
  <dcterms:created xsi:type="dcterms:W3CDTF">2026-01-05T10:18:00Z</dcterms:created>
  <dcterms:modified xsi:type="dcterms:W3CDTF">2026-01-23T07:55:40Z</dcterms:modified>
</cp:coreProperties>
</file>